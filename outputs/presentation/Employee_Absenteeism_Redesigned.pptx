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fonts/embedded1.fntdata" ContentType="application/x-fontdata"/>
  <Override PartName="/ppt/fonts/embedded2.fntdata" ContentType="application/x-fontdata"/>
  <Override PartName="/ppt/fonts/embedded3.fntdata" ContentType="application/x-fontdata"/>
</Types>
</file>

<file path=_rels/.rels>&#65279;<?xml version="1.0" encoding="utf-8"?><Relationships xmlns="http://schemas.openxmlformats.org/package/2006/relationships"><Relationship Type="http://schemas.openxmlformats.org/package/2006/relationships/metadata/core-properties" Target="/docProps/core.xml" Id="R5534587c0ea8490e" /><Relationship Type="http://schemas.openxmlformats.org/officeDocument/2006/relationships/extended-properties" Target="/docProps/app.xml" Id="R72882f87086848cd" /><Relationship Type="http://schemas.openxmlformats.org/officeDocument/2006/relationships/officeDocument" Target="/ppt/presentation.xml" Id="R6d79ea1bd87c4543"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52278cfab6fd489a"/>
  </p:sldMasterIdLst>
  <p:notesMasterIdLst>
    <p:notesMasterId xmlns:r="http://schemas.openxmlformats.org/officeDocument/2006/relationships" r:id="Rf288c776a45a4312"/>
  </p:notesMasterIdLst>
  <p:sldIdLst>
    <p:sldId xmlns:r="http://schemas.openxmlformats.org/officeDocument/2006/relationships" id="256" r:id="R375d0b1fc1824e5a"/>
    <p:sldId xmlns:r="http://schemas.openxmlformats.org/officeDocument/2006/relationships" id="257" r:id="Re4ea3efc6c2b40f3"/>
    <p:sldId xmlns:r="http://schemas.openxmlformats.org/officeDocument/2006/relationships" id="258" r:id="R8248ec5dfe7e430d"/>
    <p:sldId xmlns:r="http://schemas.openxmlformats.org/officeDocument/2006/relationships" id="259" r:id="Rd56a9f7eecb94282"/>
    <p:sldId xmlns:r="http://schemas.openxmlformats.org/officeDocument/2006/relationships" id="260" r:id="Ra1df2b8d4ee64d43"/>
    <p:sldId xmlns:r="http://schemas.openxmlformats.org/officeDocument/2006/relationships" id="261" r:id="Rb24c5ea894574656"/>
    <p:sldId xmlns:r="http://schemas.openxmlformats.org/officeDocument/2006/relationships" id="262" r:id="R97c69fca7317465e"/>
    <p:sldId xmlns:r="http://schemas.openxmlformats.org/officeDocument/2006/relationships" id="263" r:id="R429dec6c5472465d"/>
    <p:sldId xmlns:r="http://schemas.openxmlformats.org/officeDocument/2006/relationships" id="264" r:id="R5d09b19fe1734495"/>
    <p:sldId xmlns:r="http://schemas.openxmlformats.org/officeDocument/2006/relationships" id="265" r:id="R0ed0413e9dc54d34"/>
    <p:sldId xmlns:r="http://schemas.openxmlformats.org/officeDocument/2006/relationships" id="266" r:id="R2542289743f84431"/>
    <p:sldId xmlns:r="http://schemas.openxmlformats.org/officeDocument/2006/relationships" id="267" r:id="R002a22e2fcc0456b"/>
    <p:sldId xmlns:r="http://schemas.openxmlformats.org/officeDocument/2006/relationships" id="268" r:id="Rce522329adfd49ab"/>
    <p:sldId xmlns:r="http://schemas.openxmlformats.org/officeDocument/2006/relationships" id="269" r:id="R2f3de42f02834a9c"/>
    <p:sldId xmlns:r="http://schemas.openxmlformats.org/officeDocument/2006/relationships" id="270" r:id="Rb135580218454af1"/>
    <p:sldId xmlns:r="http://schemas.openxmlformats.org/officeDocument/2006/relationships" id="271" r:id="R256658f7fce34cc2"/>
    <p:sldId xmlns:r="http://schemas.openxmlformats.org/officeDocument/2006/relationships" id="272" r:id="R1d19eb4d1f824601"/>
  </p:sldIdLst>
  <p:sldSz cx="18288000" cy="10287000"/>
  <p:notesSz cx="6858000" cy="9144000"/>
  <p:embeddedFontLst>
    <p:embeddedFont>
      <p:font typeface="Anton"/>
      <p:regular xmlns:ns0="http://schemas.openxmlformats.org/officeDocument/2006/relationships" ns0:id="rIdEmbedFont1"/>
    </p:embeddedFont>
    <p:embeddedFont>
      <p:font typeface="Rubik"/>
      <p:regular xmlns:ns1="http://schemas.openxmlformats.org/officeDocument/2006/relationships" ns1:id="rIdEmbedFont2"/>
      <p:bold xmlns:ns2="http://schemas.openxmlformats.org/officeDocument/2006/relationships" ns2:id="rIdEmbedFont3"/>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16ac2baf010b4f02"/><Relationship Type="http://schemas.openxmlformats.org/officeDocument/2006/relationships/slideMaster" Target="/ppt/slideMasters/slideMaster1.xml" Id="R52278cfab6fd489a"/><Relationship Type="http://schemas.openxmlformats.org/officeDocument/2006/relationships/notesMaster" Target="/ppt/notesMasters/notesMaster1.xml" Id="Rf288c776a45a4312"/><Relationship Type="http://schemas.openxmlformats.org/officeDocument/2006/relationships/presProps" Target="/ppt/presProps.xml" Id="Rb8e24d5f79524067"/><Relationship Type="http://schemas.openxmlformats.org/officeDocument/2006/relationships/tableStyles" Target="/ppt/tableStyles.xml" Id="Rdaf1fb2bb8794d13"/><Relationship Type="http://schemas.openxmlformats.org/officeDocument/2006/relationships/slide" Target="/ppt/slides/slide1.xml" Id="R375d0b1fc1824e5a"/><Relationship Type="http://schemas.openxmlformats.org/officeDocument/2006/relationships/slide" Target="/ppt/slides/slide2.xml" Id="Re4ea3efc6c2b40f3"/><Relationship Type="http://schemas.openxmlformats.org/officeDocument/2006/relationships/slide" Target="/ppt/slides/slide3.xml" Id="R8248ec5dfe7e430d"/><Relationship Type="http://schemas.openxmlformats.org/officeDocument/2006/relationships/slide" Target="/ppt/slides/slide4.xml" Id="Rd56a9f7eecb94282"/><Relationship Type="http://schemas.openxmlformats.org/officeDocument/2006/relationships/slide" Target="/ppt/slides/slide5.xml" Id="Ra1df2b8d4ee64d43"/><Relationship Type="http://schemas.openxmlformats.org/officeDocument/2006/relationships/slide" Target="/ppt/slides/slide6.xml" Id="Rb24c5ea894574656"/><Relationship Type="http://schemas.openxmlformats.org/officeDocument/2006/relationships/slide" Target="/ppt/slides/slide7.xml" Id="R97c69fca7317465e"/><Relationship Type="http://schemas.openxmlformats.org/officeDocument/2006/relationships/slide" Target="/ppt/slides/slide8.xml" Id="R429dec6c5472465d"/><Relationship Type="http://schemas.openxmlformats.org/officeDocument/2006/relationships/slide" Target="/ppt/slides/slide9.xml" Id="R5d09b19fe1734495"/><Relationship Type="http://schemas.openxmlformats.org/officeDocument/2006/relationships/slide" Target="/ppt/slides/slide10.xml" Id="R0ed0413e9dc54d34"/><Relationship Type="http://schemas.openxmlformats.org/officeDocument/2006/relationships/slide" Target="/ppt/slides/slide11.xml" Id="R2542289743f84431"/><Relationship Type="http://schemas.openxmlformats.org/officeDocument/2006/relationships/slide" Target="/ppt/slides/slide12.xml" Id="R002a22e2fcc0456b"/><Relationship Type="http://schemas.openxmlformats.org/officeDocument/2006/relationships/slide" Target="/ppt/slides/slide13.xml" Id="Rce522329adfd49ab"/><Relationship Type="http://schemas.openxmlformats.org/officeDocument/2006/relationships/slide" Target="/ppt/slides/slide14.xml" Id="R2f3de42f02834a9c"/><Relationship Type="http://schemas.openxmlformats.org/officeDocument/2006/relationships/slide" Target="/ppt/slides/slide15.xml" Id="Rb135580218454af1"/><Relationship Type="http://schemas.openxmlformats.org/officeDocument/2006/relationships/slide" Target="/ppt/slides/slide16.xml" Id="R256658f7fce34cc2"/><Relationship Type="http://schemas.openxmlformats.org/officeDocument/2006/relationships/slide" Target="/ppt/slides/slide17.xml" Id="R1d19eb4d1f824601"/><Relationship Id="rIdEmbedFont1" Type="http://schemas.openxmlformats.org/officeDocument/2006/relationships/font" Target="fonts/embedded1.fntdata"/><Relationship Id="rIdEmbedFont2" Type="http://schemas.openxmlformats.org/officeDocument/2006/relationships/font" Target="fonts/embedded2.fntdata"/><Relationship Id="rIdEmbedFont3" Type="http://schemas.openxmlformats.org/officeDocument/2006/relationships/font" Target="fonts/embedded3.fntdata"/></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e1e2cda5cfe46c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e0a144d317e4cd5" /><Relationship Type="http://schemas.openxmlformats.org/officeDocument/2006/relationships/notesMaster" Target="/ppt/notesMasters/notesMaster1.xml" Id="R156abe1fb4214b06" /></Relationships>
</file>

<file path=ppt/notesSlides/_rels/notesSlide2.xml.rels>&#65279;<?xml version="1.0" encoding="utf-8"?><Relationships xmlns="http://schemas.openxmlformats.org/package/2006/relationships"><Relationship Type="http://schemas.openxmlformats.org/officeDocument/2006/relationships/slide" Target="/ppt/slides/slide2.xml" Id="R358d9f4e07bb4d99" /><Relationship Type="http://schemas.openxmlformats.org/officeDocument/2006/relationships/notesMaster" Target="/ppt/notesMasters/notesMaster1.xml" Id="R23626190275141d7" /></Relationships>
</file>

<file path=ppt/notesSlides/_rels/notesSlide3.xml.rels>&#65279;<?xml version="1.0" encoding="utf-8"?><Relationships xmlns="http://schemas.openxmlformats.org/package/2006/relationships"><Relationship Type="http://schemas.openxmlformats.org/officeDocument/2006/relationships/slide" Target="/ppt/slides/slide3.xml" Id="Rcf71260ba3bd42c1" /><Relationship Type="http://schemas.openxmlformats.org/officeDocument/2006/relationships/notesMaster" Target="/ppt/notesMasters/notesMaster1.xml" Id="Rf6372f322fb249ef" /></Relationships>
</file>

<file path=ppt/notesSlides/_rels/notesSlide4.xml.rels>&#65279;<?xml version="1.0" encoding="utf-8"?><Relationships xmlns="http://schemas.openxmlformats.org/package/2006/relationships"><Relationship Type="http://schemas.openxmlformats.org/officeDocument/2006/relationships/slide" Target="/ppt/slides/slide4.xml" Id="R952081a963ef47e2" /><Relationship Type="http://schemas.openxmlformats.org/officeDocument/2006/relationships/notesMaster" Target="/ppt/notesMasters/notesMaster1.xml" Id="Rdae7879c5a014c62" /></Relationships>
</file>

<file path=ppt/notesSlides/_rels/notesSlide5.xml.rels>&#65279;<?xml version="1.0" encoding="utf-8"?><Relationships xmlns="http://schemas.openxmlformats.org/package/2006/relationships"><Relationship Type="http://schemas.openxmlformats.org/officeDocument/2006/relationships/slide" Target="/ppt/slides/slide5.xml" Id="R5532a15506994120" /><Relationship Type="http://schemas.openxmlformats.org/officeDocument/2006/relationships/notesMaster" Target="/ppt/notesMasters/notesMaster1.xml" Id="Rff9d1ae1558442ee" /></Relationships>
</file>

<file path=ppt/notesSlides/_rels/notesSlide6.xml.rels>&#65279;<?xml version="1.0" encoding="utf-8"?><Relationships xmlns="http://schemas.openxmlformats.org/package/2006/relationships"><Relationship Type="http://schemas.openxmlformats.org/officeDocument/2006/relationships/slide" Target="/ppt/slides/slide6.xml" Id="R1b9410b6a69d483d" /><Relationship Type="http://schemas.openxmlformats.org/officeDocument/2006/relationships/notesMaster" Target="/ppt/notesMasters/notesMaster1.xml" Id="Rda58f8d39a1c4e96" /></Relationships>
</file>

<file path=ppt/notesSlides/_rels/notesSlide7.xml.rels>&#65279;<?xml version="1.0" encoding="utf-8"?><Relationships xmlns="http://schemas.openxmlformats.org/package/2006/relationships"><Relationship Type="http://schemas.openxmlformats.org/officeDocument/2006/relationships/slide" Target="/ppt/slides/slide7.xml" Id="R81099b006f384706" /><Relationship Type="http://schemas.openxmlformats.org/officeDocument/2006/relationships/notesMaster" Target="/ppt/notesMasters/notesMaster1.xml" Id="R68c88cb0282342ba" /></Relationships>
</file>

<file path=ppt/notesSlides/_rels/notesSlide8.xml.rels>&#65279;<?xml version="1.0" encoding="utf-8"?><Relationships xmlns="http://schemas.openxmlformats.org/package/2006/relationships"><Relationship Type="http://schemas.openxmlformats.org/officeDocument/2006/relationships/slide" Target="/ppt/slides/slide8.xml" Id="R694bfbc69353426e" /><Relationship Type="http://schemas.openxmlformats.org/officeDocument/2006/relationships/notesMaster" Target="/ppt/notesMasters/notesMaster1.xml" Id="R65a25cd83f8f41eb" /></Relationships>
</file>

<file path=ppt/notesSlides/_rels/notesSlide9.xml.rels>&#65279;<?xml version="1.0" encoding="utf-8"?><Relationships xmlns="http://schemas.openxmlformats.org/package/2006/relationships"><Relationship Type="http://schemas.openxmlformats.org/officeDocument/2006/relationships/slide" Target="/ppt/slides/slide9.xml" Id="Readcfd898a0e42eb" /><Relationship Type="http://schemas.openxmlformats.org/officeDocument/2006/relationships/notesMaster" Target="/ppt/notesMasters/notesMaster1.xml" Id="Rfc9238ea73c6477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5ad2da5bca94a32" /><Relationship Type="http://schemas.openxmlformats.org/officeDocument/2006/relationships/notesMaster" Target="/ppt/notesMasters/notesMaster1.xml" Id="R7c7d99733347493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0962aed46c1478f" /><Relationship Type="http://schemas.openxmlformats.org/officeDocument/2006/relationships/notesMaster" Target="/ppt/notesMasters/notesMaster1.xml" Id="R56129fec570f4e8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cd47a8349204acb" /><Relationship Type="http://schemas.openxmlformats.org/officeDocument/2006/relationships/notesMaster" Target="/ppt/notesMasters/notesMaster1.xml" Id="R5cc991368df34eb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9492a51469e4a16" /><Relationship Type="http://schemas.openxmlformats.org/officeDocument/2006/relationships/notesMaster" Target="/ppt/notesMasters/notesMaster1.xml" Id="R40df86cab424478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a731086a916449a" /><Relationship Type="http://schemas.openxmlformats.org/officeDocument/2006/relationships/notesMaster" Target="/ppt/notesMasters/notesMaster1.xml" Id="R0a0edff864bd4ff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7bed26fc4a84f09" /><Relationship Type="http://schemas.openxmlformats.org/officeDocument/2006/relationships/notesMaster" Target="/ppt/notesMasters/notesMaster1.xml" Id="R4a9d4861f00b42e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a2f19ee98504a8d" /><Relationship Type="http://schemas.openxmlformats.org/officeDocument/2006/relationships/notesMaster" Target="/ppt/notesMasters/notesMaster1.xml" Id="Rc77e5fc85d994ce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7c7cb6cd154427b" /><Relationship Type="http://schemas.openxmlformats.org/officeDocument/2006/relationships/notesMaster" Target="/ppt/notesMasters/notesMaster1.xml" Id="R6bc1adbdf2da42b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source: uploaded SM FINAL -Employee_Absenteeism_Analysis(1).pptx, slide 1. Member details retained for the forthcoming new Slide 2: Lakshitha Dilshan J K P, IT24102621; Nirmani K.H.D.T, IT24103380; Palliyaguruge C.T, IT24103655; Senaratne P.A.R.T, IT24103526. Workplace illustration is AI-generated conceptual imagery.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Group member names and student IDs transcribed exactly from the original cover slide. Background is an AI-generated decorative asset.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Roadmap content preserved verbatim from original slide 2 of the supplied Employee Absenteeism presentation. It is now slide 3 after inserting the new group members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content preserved from source slide 3, now slide 4 after insertion of group members. Office photo is AI-generated conceptual imagery and does not depict the study workplace.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content preserved from original source slide 4, now slide 5 after insertion of group members. Literature workspace imagery is AI-generated conceptual decoration; it does not depict actual supplied research papers.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Dataset metadata table and all audit findings preserved exactly from original source slide 5, now slide 6 after insertion of group members. Dataset illustration is generated conceptual imagery and does not depict the actual data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histogram and age scatterplot images retained unchanged from original slide 6, now slide 7. All descriptive statistics and correlation results preserved exactly. Underlying chart data were not supplied separately; these evidence charts remain source images.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test names, significance threshold, adjustment method, native table values, and conclusions preserved exactly from original source slide 7, now slide 8. Background is conceptual generated illustration and does not represent an empirical statistical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model comparison values, experimental design, sensitivity results, OLS diagnostic statistics, and original residuals chart retained from source slide 8, now slide 9. Chart is the supplied source image; all table values and text remain editable.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evidence boundary, CRD, RCBD, outcomes, and safeguards content preserved from original source slide 9, now slide 10 after insertion of the group members slide. Background photo is conceptual and does not show an actual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source slide 10, now slide 11. All explained variance figures, reported regression comparisons, and target-leakage limitation preserved. Source PCA chart retained as an image. Text is editable.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status, suitable extension, decision value and required reporting content preserved from source slide 11, now slide 12. Background is conceptual generated imagery and does not represent a fitted Bayesian posterior.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current dataset limitations, required future data, analysis options, and possible causal extension preserved from original source slide 12, now slide 13. Background photo is conceptual and does not depict a measured time series.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source slide 13, now slide 14. All framework signals, management responses, safeguards, and refresh/reporting requirements preserved. Table and text are native editable PowerPoint elements. Background is conceptual generated imagery.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pending status, evidence boundary, experts to consult, validation questions and evidence requirements preserved from source slide 14, now slide 15. Workplace background is conceptual generated imagery, not expert-validation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immediate actions, modelling and governance recommendations, next evidence, and bottom-line conclusions preserved from original source slide 15, now slide 16. Workplace imagery is conceptual. All content text remains editable.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THANK YOU closing content retained from source slide 16, now slide 17 after insertion of the group members slide. Background is conceptual generated workplace imagery matching the redesigned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f44c65cfeab4d0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273fbf23f66455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46ea191b1884a4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997a967cf90435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20869ea707d43b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60ab70d0c0648d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B1FEB09-AE5C-4A25-AA1F-BE9A7B8176D2}"/>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DED3655-8885-459A-9FBD-E4F21167C6DE}"/>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5DA7AB3-3EF2-45D7-85F5-B521FA48E05D}"/>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39D5DF4-A356-4BC2-B3E2-FE6CAF5C62DF}"/>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BD120E3-DFD0-4026-B7F5-966AC8C96F87}"/>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E2D3F4F-B731-4F61-880E-2E9D17D8B135}"/>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1CB3C64-581A-4910-AFE2-6160876C9C54}"/>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C257C99-D4C0-4B7A-A1C4-7BA750D78541}"/>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D7AA30-23BA-4C94-A29D-78B40BAE4A5A}"/>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3A9A333-1242-4A79-8ABA-B786CA42795D}"/>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ea114a40b524e64" /><Relationship Type="http://schemas.openxmlformats.org/officeDocument/2006/relationships/slideLayout" Target="/ppt/slideLayouts/slideLayout1.xml" Id="R1481f6ec443b4b08" /><Relationship Type="http://schemas.openxmlformats.org/officeDocument/2006/relationships/slideLayout" Target="/ppt/slideLayouts/slideLayout2.xml" Id="Rde3c1ff287ac4d4f" /><Relationship Type="http://schemas.openxmlformats.org/officeDocument/2006/relationships/slideLayout" Target="/ppt/slideLayouts/slideLayout3.xml" Id="R41c5d82cd4b74422" /><Relationship Type="http://schemas.openxmlformats.org/officeDocument/2006/relationships/slideLayout" Target="/ppt/slideLayouts/slideLayout4.xml" Id="R9cab99f39e924b23" /><Relationship Type="http://schemas.openxmlformats.org/officeDocument/2006/relationships/slideLayout" Target="/ppt/slideLayouts/slideLayout5.xml" Id="Rf18b3b9634314e1a" /><Relationship Type="http://schemas.openxmlformats.org/officeDocument/2006/relationships/slideLayout" Target="/ppt/slideLayouts/slideLayout6.xml" Id="Rcd31cf6b2d534d8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481f6ec443b4b08"/>
    <p:sldLayoutId xmlns:r="http://schemas.openxmlformats.org/officeDocument/2006/relationships" id="2147483650" r:id="Rde3c1ff287ac4d4f"/>
    <p:sldLayoutId xmlns:r="http://schemas.openxmlformats.org/officeDocument/2006/relationships" id="2147483651" r:id="R41c5d82cd4b74422"/>
    <p:sldLayoutId xmlns:r="http://schemas.openxmlformats.org/officeDocument/2006/relationships" id="2147483652" r:id="R9cab99f39e924b23"/>
    <p:sldLayoutId xmlns:r="http://schemas.openxmlformats.org/officeDocument/2006/relationships" id="2147483653" r:id="Rf18b3b9634314e1a"/>
    <p:sldLayoutId xmlns:r="http://schemas.openxmlformats.org/officeDocument/2006/relationships" id="2147483654" r:id="Rcd31cf6b2d534d8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8df6183e0ca4d3d" /><Relationship Type="http://schemas.openxmlformats.org/officeDocument/2006/relationships/image" Target="/ppt/media/image.png" Id="R529b88ae99db4784" /><Relationship Type="http://schemas.openxmlformats.org/officeDocument/2006/relationships/notesSlide" Target="/ppt/notesSlides/notesSlide1.xml" Id="R76558c4e67d8471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176fd3810204c34" /><Relationship Type="http://schemas.openxmlformats.org/officeDocument/2006/relationships/image" Target="/ppt/media/image2.png" Id="Rb9cae02ce71d48d4" /><Relationship Type="http://schemas.openxmlformats.org/officeDocument/2006/relationships/notesSlide" Target="/ppt/notesSlides/notesSlide2.xml" Id="R99a3772f976c4b4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29f2c2368384ad9" /><Relationship Type="http://schemas.openxmlformats.org/officeDocument/2006/relationships/image" Target="/ppt/media/image3.png" Id="R5929cb3afa2d431c" /><Relationship Type="http://schemas.openxmlformats.org/officeDocument/2006/relationships/notesSlide" Target="/ppt/notesSlides/notesSlide3.xml" Id="R15209d7aa7d840d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a6af7ca8b814374" /><Relationship Type="http://schemas.openxmlformats.org/officeDocument/2006/relationships/image" Target="/ppt/media/image4.png" Id="R0a49248d926a402d" /><Relationship Type="http://schemas.openxmlformats.org/officeDocument/2006/relationships/notesSlide" Target="/ppt/notesSlides/notesSlide4.xml" Id="Rcc5f2237c1994b8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116d51c70234dad" /><Relationship Type="http://schemas.openxmlformats.org/officeDocument/2006/relationships/image" Target="/ppt/media/image5.png" Id="R08af2370514c4338" /><Relationship Type="http://schemas.openxmlformats.org/officeDocument/2006/relationships/notesSlide" Target="/ppt/notesSlides/notesSlide5.xml" Id="Rdd44ab419ba641d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5a1a42c562e4824" /><Relationship Type="http://schemas.openxmlformats.org/officeDocument/2006/relationships/image" Target="/ppt/media/image6.png" Id="R70786dd994e64673" /><Relationship Type="http://schemas.openxmlformats.org/officeDocument/2006/relationships/notesSlide" Target="/ppt/notesSlides/notesSlide6.xml" Id="R74ceec9eea5642e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20ab38087d747f5" /><Relationship Type="http://schemas.openxmlformats.org/officeDocument/2006/relationships/image" Target="/ppt/media/image7.png" Id="Rad5fea576b50449a" /><Relationship Type="http://schemas.openxmlformats.org/officeDocument/2006/relationships/image" Target="/ppt/media/image8.png" Id="R57a4346e23464e8f" /><Relationship Type="http://schemas.openxmlformats.org/officeDocument/2006/relationships/image" Target="/ppt/media/image9.png" Id="R8d1097025c2b4815" /><Relationship Type="http://schemas.openxmlformats.org/officeDocument/2006/relationships/notesSlide" Target="/ppt/notesSlides/notesSlide7.xml" Id="Rdad897ee078f4ca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04a8604ebea4e67" /><Relationship Type="http://schemas.openxmlformats.org/officeDocument/2006/relationships/image" Target="/ppt/media/image10.png" Id="R803840cc74544716" /><Relationship Type="http://schemas.openxmlformats.org/officeDocument/2006/relationships/notesSlide" Target="/ppt/notesSlides/notesSlide8.xml" Id="R4e5c24e9791e476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bc4ee95b6ec4c2f" /><Relationship Type="http://schemas.openxmlformats.org/officeDocument/2006/relationships/image" Target="/ppt/media/image11.png" Id="R3b09d000a8054c3d" /><Relationship Type="http://schemas.openxmlformats.org/officeDocument/2006/relationships/image" Target="/ppt/media/image12.png" Id="R75c82493dbeb4981" /><Relationship Type="http://schemas.openxmlformats.org/officeDocument/2006/relationships/notesSlide" Target="/ppt/notesSlides/notesSlide9.xml" Id="R8b1de28750f548d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4fee38b9541453f" /><Relationship Type="http://schemas.openxmlformats.org/officeDocument/2006/relationships/image" Target="/ppt/media/image13.png" Id="R49e59fb194a5492d" /><Relationship Type="http://schemas.openxmlformats.org/officeDocument/2006/relationships/notesSlide" Target="/ppt/notesSlides/notesSlide10.xml" Id="Rc69ba72b3ef84c5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f27b596412a4c90" /><Relationship Type="http://schemas.openxmlformats.org/officeDocument/2006/relationships/image" Target="/ppt/media/image14.png" Id="Rfa18417053564c51" /><Relationship Type="http://schemas.openxmlformats.org/officeDocument/2006/relationships/image" Target="/ppt/media/image15.png" Id="R98a3e563f5ed4267" /><Relationship Type="http://schemas.openxmlformats.org/officeDocument/2006/relationships/notesSlide" Target="/ppt/notesSlides/notesSlide11.xml" Id="Reb74902363b8478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2b74122c0134b3f" /><Relationship Type="http://schemas.openxmlformats.org/officeDocument/2006/relationships/image" Target="/ppt/media/image16.png" Id="Rc9622e77255943a9" /><Relationship Type="http://schemas.openxmlformats.org/officeDocument/2006/relationships/notesSlide" Target="/ppt/notesSlides/notesSlide12.xml" Id="R7d685099999747a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0d63fe56c874c24" /><Relationship Type="http://schemas.openxmlformats.org/officeDocument/2006/relationships/image" Target="/ppt/media/image17.png" Id="R73b514d848cf4c34" /><Relationship Type="http://schemas.openxmlformats.org/officeDocument/2006/relationships/notesSlide" Target="/ppt/notesSlides/notesSlide13.xml" Id="R5158d8ea685747a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2c33cf0af364a2e" /><Relationship Type="http://schemas.openxmlformats.org/officeDocument/2006/relationships/image" Target="/ppt/media/image18.png" Id="R2dd5024538f247da" /><Relationship Type="http://schemas.openxmlformats.org/officeDocument/2006/relationships/notesSlide" Target="/ppt/notesSlides/notesSlide14.xml" Id="R61c8189d6f0b4a8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227126eb9a34563" /><Relationship Type="http://schemas.openxmlformats.org/officeDocument/2006/relationships/image" Target="/ppt/media/image19.png" Id="R62de00bfbb3f4766" /><Relationship Type="http://schemas.openxmlformats.org/officeDocument/2006/relationships/notesSlide" Target="/ppt/notesSlides/notesSlide15.xml" Id="Redf5e0080d3842b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c2281b08d5345dd" /><Relationship Type="http://schemas.openxmlformats.org/officeDocument/2006/relationships/image" Target="/ppt/media/image20.png" Id="Rf5c5091583d741f5" /><Relationship Type="http://schemas.openxmlformats.org/officeDocument/2006/relationships/notesSlide" Target="/ppt/notesSlides/notesSlide16.xml" Id="Ra013ac6c208744f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d18297e773744f8" /><Relationship Type="http://schemas.openxmlformats.org/officeDocument/2006/relationships/image" Target="/ppt/media/image21.png" Id="Rbd958bbeeeda464e" /><Relationship Type="http://schemas.openxmlformats.org/officeDocument/2006/relationships/notesSlide" Target="/ppt/notesSlides/notesSlide17.xml" Id="Rfc581db2ffd34b26" /></Relationships>
</file>

<file path=ppt/slides/slide1.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1B42D7B1-8E6B-4FD7-81D7-EA99F6414BD2}"/>
              </a:ext>
            </a:extLst>
          </p:cNvPr>
          <p:cNvPicPr>
            <a:picLocks xmlns:a="http://schemas.openxmlformats.org/drawingml/2006/main" noChangeAspect="1"/>
          </p:cNvPicPr>
          <p:nvPr/>
        </p:nvPicPr>
        <p:blipFill>
          <a:blip xmlns:r="http://schemas.openxmlformats.org/officeDocument/2006/relationships" xmlns:a="http://schemas.openxmlformats.org/drawingml/2006/main" r:embed="R529b88ae99db4784"/>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4912441-5CDB-4F1B-8D28-10FFAAC47969}"/>
              </a:ext>
            </a:extLst>
          </p:cNvPr>
          <p:cNvSpPr>
            <a:spLocks xmlns:a="http://schemas.openxmlformats.org/drawingml/2006/main" noGrp="1"/>
          </p:cNvSpPr>
          <p:nvPr/>
        </p:nvSpPr>
        <p:spPr>
          <a:xfrm xmlns:a="http://schemas.openxmlformats.org/drawingml/2006/main">
            <a:off x="857250" y="952500"/>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758C7"/>
                </a:solidFill>
                <a:latin typeface="Rubik"/>
                <a:ea typeface="Rubik"/>
                <a:cs typeface="Rubik"/>
              </a:defRPr>
            </a:defPPr>
          </a:lstStyle>
          <a:p xmlns:a="http://schemas.openxmlformats.org/drawingml/2006/main">
            <a:pPr>
              <a:defRPr sz="2250" b="1">
                <a:solidFill>
                  <a:srgbClr val="0758C7"/>
                </a:solidFill>
                <a:latin typeface="Rubik"/>
                <a:ea typeface="Rubik"/>
                <a:cs typeface="Rubik"/>
              </a:defRPr>
            </a:pPr>
            <a:r>
              <a:rPr sz="2250" b="1">
                <a:solidFill>
                  <a:srgbClr val="0758C7"/>
                </a:solidFill>
                <a:latin typeface="Rubik"/>
                <a:ea typeface="Rubik"/>
                <a:cs typeface="Rubik"/>
              </a:rPr>
              <a:t>IT3081 STATISTICAL MODELLING</a:t>
            </a:r>
          </a:p>
        </p:txBody>
      </p:sp>
      <p:sp>
        <p:nvSpPr>
          <p:cNvPr id="3" name="">
            <a:extLst xmlns:a="http://schemas.openxmlformats.org/drawingml/2006/main">
              <a:ext uri="{FF2B5EF4-FFF2-40B4-BE49-F238E27FC236}">
                <a16:creationId xmlns:a16="http://schemas.microsoft.com/office/drawing/2014/main" id="{DE61F323-75D6-4875-B22A-A9B28D725395}"/>
              </a:ext>
            </a:extLst>
          </p:cNvPr>
          <p:cNvSpPr>
            <a:spLocks xmlns:a="http://schemas.openxmlformats.org/drawingml/2006/main" noGrp="1"/>
          </p:cNvSpPr>
          <p:nvPr/>
        </p:nvSpPr>
        <p:spPr>
          <a:xfrm xmlns:a="http://schemas.openxmlformats.org/drawingml/2006/main">
            <a:off x="809625" y="2095500"/>
            <a:ext cx="990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150" b="0">
                <a:solidFill>
                  <a:srgbClr val="07154D"/>
                </a:solidFill>
                <a:latin typeface="Anton"/>
                <a:ea typeface="Anton"/>
                <a:cs typeface="Anton"/>
              </a:defRPr>
            </a:defPPr>
          </a:lstStyle>
          <a:p xmlns:a="http://schemas.openxmlformats.org/drawingml/2006/main">
            <a:pPr>
              <a:defRPr sz="9150" b="0">
                <a:solidFill>
                  <a:srgbClr val="07154D"/>
                </a:solidFill>
                <a:latin typeface="Anton"/>
                <a:ea typeface="Anton"/>
                <a:cs typeface="Anton"/>
              </a:defRPr>
            </a:pPr>
            <a:r>
              <a:rPr sz="9150" b="0">
                <a:solidFill>
                  <a:srgbClr val="07154D"/>
                </a:solidFill>
                <a:latin typeface="Anton"/>
                <a:ea typeface="Anton"/>
                <a:cs typeface="Anton"/>
              </a:rPr>
              <a:t>EMPLOYEE</a:t>
            </a:r>
          </a:p>
        </p:txBody>
      </p:sp>
      <p:sp>
        <p:nvSpPr>
          <p:cNvPr id="4" name="">
            <a:extLst xmlns:a="http://schemas.openxmlformats.org/drawingml/2006/main">
              <a:ext uri="{FF2B5EF4-FFF2-40B4-BE49-F238E27FC236}">
                <a16:creationId xmlns:a16="http://schemas.microsoft.com/office/drawing/2014/main" id="{0F42D142-5BC5-4187-82DE-6395659E06FA}"/>
              </a:ext>
            </a:extLst>
          </p:cNvPr>
          <p:cNvSpPr>
            <a:spLocks xmlns:a="http://schemas.openxmlformats.org/drawingml/2006/main" noGrp="1"/>
          </p:cNvSpPr>
          <p:nvPr/>
        </p:nvSpPr>
        <p:spPr>
          <a:xfrm xmlns:a="http://schemas.openxmlformats.org/drawingml/2006/main">
            <a:off x="809625" y="3381375"/>
            <a:ext cx="10477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150" b="0">
                <a:solidFill>
                  <a:srgbClr val="07154D"/>
                </a:solidFill>
                <a:latin typeface="Anton"/>
                <a:ea typeface="Anton"/>
                <a:cs typeface="Anton"/>
              </a:defRPr>
            </a:defPPr>
          </a:lstStyle>
          <a:p xmlns:a="http://schemas.openxmlformats.org/drawingml/2006/main">
            <a:pPr>
              <a:defRPr sz="9150" b="0">
                <a:solidFill>
                  <a:srgbClr val="07154D"/>
                </a:solidFill>
                <a:latin typeface="Anton"/>
                <a:ea typeface="Anton"/>
                <a:cs typeface="Anton"/>
              </a:defRPr>
            </a:pPr>
            <a:r>
              <a:rPr sz="9150" b="0">
                <a:solidFill>
                  <a:srgbClr val="07154D"/>
                </a:solidFill>
                <a:latin typeface="Anton"/>
                <a:ea typeface="Anton"/>
                <a:cs typeface="Anton"/>
              </a:rPr>
              <a:t>ABSENTEEISM</a:t>
            </a:r>
          </a:p>
        </p:txBody>
      </p:sp>
      <p:sp>
        <p:nvSpPr>
          <p:cNvPr id="5" name="">
            <a:extLst xmlns:a="http://schemas.openxmlformats.org/drawingml/2006/main">
              <a:ext uri="{FF2B5EF4-FFF2-40B4-BE49-F238E27FC236}">
                <a16:creationId xmlns:a16="http://schemas.microsoft.com/office/drawing/2014/main" id="{0D66DB65-E70D-465A-A093-673671800BF2}"/>
              </a:ext>
            </a:extLst>
          </p:cNvPr>
          <p:cNvSpPr>
            <a:spLocks xmlns:a="http://schemas.openxmlformats.org/drawingml/2006/main" noGrp="1"/>
          </p:cNvSpPr>
          <p:nvPr/>
        </p:nvSpPr>
        <p:spPr>
          <a:xfrm xmlns:a="http://schemas.openxmlformats.org/drawingml/2006/main">
            <a:off x="838200" y="4953000"/>
            <a:ext cx="9525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450" b="0">
                <a:solidFill>
                  <a:srgbClr val="0065FF"/>
                </a:solidFill>
                <a:latin typeface="Anton"/>
                <a:ea typeface="Anton"/>
                <a:cs typeface="Anton"/>
              </a:defRPr>
            </a:defPPr>
          </a:lstStyle>
          <a:p xmlns:a="http://schemas.openxmlformats.org/drawingml/2006/main">
            <a:pPr>
              <a:defRPr sz="6450" b="0">
                <a:solidFill>
                  <a:srgbClr val="0065FF"/>
                </a:solidFill>
                <a:latin typeface="Anton"/>
                <a:ea typeface="Anton"/>
                <a:cs typeface="Anton"/>
              </a:defRPr>
            </a:pPr>
            <a:r>
              <a:rPr sz="6450" b="0">
                <a:solidFill>
                  <a:srgbClr val="0065FF"/>
                </a:solidFill>
                <a:latin typeface="Anton"/>
                <a:ea typeface="Anton"/>
                <a:cs typeface="Anton"/>
              </a:rPr>
              <a:t>ANALYSIS AND</a:t>
            </a:r>
          </a:p>
        </p:txBody>
      </p:sp>
      <p:sp>
        <p:nvSpPr>
          <p:cNvPr id="6" name="">
            <a:extLst xmlns:a="http://schemas.openxmlformats.org/drawingml/2006/main">
              <a:ext uri="{FF2B5EF4-FFF2-40B4-BE49-F238E27FC236}">
                <a16:creationId xmlns:a16="http://schemas.microsoft.com/office/drawing/2014/main" id="{65B0845A-3624-40F2-A661-42494DBE5686}"/>
              </a:ext>
            </a:extLst>
          </p:cNvPr>
          <p:cNvSpPr>
            <a:spLocks xmlns:a="http://schemas.openxmlformats.org/drawingml/2006/main" noGrp="1"/>
          </p:cNvSpPr>
          <p:nvPr/>
        </p:nvSpPr>
        <p:spPr>
          <a:xfrm xmlns:a="http://schemas.openxmlformats.org/drawingml/2006/main">
            <a:off x="838200" y="5857875"/>
            <a:ext cx="9525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450" b="0">
                <a:solidFill>
                  <a:srgbClr val="0065FF"/>
                </a:solidFill>
                <a:latin typeface="Anton"/>
                <a:ea typeface="Anton"/>
                <a:cs typeface="Anton"/>
              </a:defRPr>
            </a:defPPr>
          </a:lstStyle>
          <a:p xmlns:a="http://schemas.openxmlformats.org/drawingml/2006/main">
            <a:pPr>
              <a:defRPr sz="6450" b="0">
                <a:solidFill>
                  <a:srgbClr val="0065FF"/>
                </a:solidFill>
                <a:latin typeface="Anton"/>
                <a:ea typeface="Anton"/>
                <a:cs typeface="Anton"/>
              </a:defRPr>
            </a:pPr>
            <a:r>
              <a:rPr sz="6450" b="0">
                <a:solidFill>
                  <a:srgbClr val="0065FF"/>
                </a:solidFill>
                <a:latin typeface="Anton"/>
                <a:ea typeface="Anton"/>
                <a:cs typeface="Anton"/>
              </a:rPr>
              <a:t>PREDICTION</a:t>
            </a:r>
          </a:p>
        </p:txBody>
      </p:sp>
      <p:sp>
        <p:nvSpPr>
          <p:cNvPr id="7" name="">
            <a:extLst xmlns:a="http://schemas.openxmlformats.org/drawingml/2006/main">
              <a:ext uri="{FF2B5EF4-FFF2-40B4-BE49-F238E27FC236}">
                <a16:creationId xmlns:a16="http://schemas.microsoft.com/office/drawing/2014/main" id="{3CE15B6D-0E75-41D5-93EA-9A88FE22FB8E}"/>
              </a:ext>
            </a:extLst>
          </p:cNvPr>
          <p:cNvSpPr>
            <a:spLocks xmlns:a="http://schemas.openxmlformats.org/drawingml/2006/main" noGrp="1"/>
          </p:cNvSpPr>
          <p:nvPr/>
        </p:nvSpPr>
        <p:spPr>
          <a:xfrm xmlns:a="http://schemas.openxmlformats.org/drawingml/2006/main">
            <a:off x="857250" y="7096125"/>
            <a:ext cx="9144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07154D"/>
                </a:solidFill>
                <a:latin typeface="Rubik"/>
                <a:ea typeface="Rubik"/>
                <a:cs typeface="Rubik"/>
              </a:defRPr>
            </a:defPPr>
          </a:lstStyle>
          <a:p xmlns:a="http://schemas.openxmlformats.org/drawingml/2006/main">
            <a:pPr>
              <a:defRPr sz="2550" b="0">
                <a:solidFill>
                  <a:srgbClr val="07154D"/>
                </a:solidFill>
                <a:latin typeface="Rubik"/>
                <a:ea typeface="Rubik"/>
                <a:cs typeface="Rubik"/>
              </a:defRPr>
            </a:pPr>
            <a:r>
              <a:rPr sz="2550" b="0">
                <a:solidFill>
                  <a:srgbClr val="07154D"/>
                </a:solidFill>
                <a:latin typeface="Rubik"/>
                <a:ea typeface="Rubik"/>
                <a:cs typeface="Rubik"/>
              </a:rPr>
              <a:t>Evidence for workforce planning,</a:t>
            </a:r>
          </a:p>
          <a:p xmlns:a="http://schemas.openxmlformats.org/drawingml/2006/main">
            <a:pPr>
              <a:defRPr sz="2550" b="0">
                <a:solidFill>
                  <a:srgbClr val="07154D"/>
                </a:solidFill>
                <a:latin typeface="Rubik"/>
                <a:ea typeface="Rubik"/>
                <a:cs typeface="Rubik"/>
              </a:defRPr>
            </a:pPr>
            <a:r>
              <a:rPr sz="2550" b="0">
                <a:solidFill>
                  <a:srgbClr val="07154D"/>
                </a:solidFill>
                <a:latin typeface="Rubik"/>
                <a:ea typeface="Rubik"/>
                <a:cs typeface="Rubik"/>
              </a:rPr>
              <a:t>wellbeing support, and ethical</a:t>
            </a:r>
          </a:p>
          <a:p xmlns:a="http://schemas.openxmlformats.org/drawingml/2006/main">
            <a:pPr>
              <a:defRPr sz="2550" b="0">
                <a:solidFill>
                  <a:srgbClr val="07154D"/>
                </a:solidFill>
                <a:latin typeface="Rubik"/>
                <a:ea typeface="Rubik"/>
                <a:cs typeface="Rubik"/>
              </a:defRPr>
            </a:pPr>
            <a:r>
              <a:rPr sz="2550" b="0">
                <a:solidFill>
                  <a:srgbClr val="07154D"/>
                </a:solidFill>
                <a:latin typeface="Rubik"/>
                <a:ea typeface="Rubik"/>
                <a:cs typeface="Rubik"/>
              </a:rPr>
              <a:t>decision-making</a:t>
            </a:r>
          </a:p>
        </p:txBody>
      </p:sp>
      <p:sp>
        <p:nvSpPr>
          <p:cNvPr id="8" name="">
            <a:extLst xmlns:a="http://schemas.openxmlformats.org/drawingml/2006/main">
              <a:ext uri="{FF2B5EF4-FFF2-40B4-BE49-F238E27FC236}">
                <a16:creationId xmlns:a16="http://schemas.microsoft.com/office/drawing/2014/main" id="{CD1577AC-3D8E-4CEF-AC12-5090A20FE504}"/>
              </a:ext>
            </a:extLst>
          </p:cNvPr>
          <p:cNvSpPr>
            <a:spLocks xmlns:a="http://schemas.openxmlformats.org/drawingml/2006/main" noGrp="1"/>
          </p:cNvSpPr>
          <p:nvPr/>
        </p:nvSpPr>
        <p:spPr>
          <a:xfrm xmlns:a="http://schemas.openxmlformats.org/drawingml/2006/main">
            <a:off x="857250" y="8943975"/>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07154D"/>
                </a:solidFill>
                <a:latin typeface="Rubik"/>
                <a:ea typeface="Rubik"/>
                <a:cs typeface="Rubik"/>
              </a:defRPr>
            </a:defPPr>
          </a:lstStyle>
          <a:p xmlns:a="http://schemas.openxmlformats.org/drawingml/2006/main">
            <a:pPr>
              <a:defRPr sz="2475" b="1">
                <a:solidFill>
                  <a:srgbClr val="07154D"/>
                </a:solidFill>
                <a:latin typeface="Rubik"/>
                <a:ea typeface="Rubik"/>
                <a:cs typeface="Rubik"/>
              </a:defRPr>
            </a:pPr>
            <a:r>
              <a:rPr sz="2475" b="1">
                <a:solidFill>
                  <a:srgbClr val="07154D"/>
                </a:solidFill>
                <a:latin typeface="Rubik"/>
                <a:ea typeface="Rubik"/>
                <a:cs typeface="Rubik"/>
              </a:rPr>
              <a:t>DS.WE.2.1 Group 10</a:t>
            </a:r>
          </a:p>
        </p:txBody>
      </p:sp>
      <p:sp>
        <p:nvSpPr>
          <p:cNvPr id="9" name="">
            <a:extLst xmlns:a="http://schemas.openxmlformats.org/drawingml/2006/main">
              <a:ext uri="{FF2B5EF4-FFF2-40B4-BE49-F238E27FC236}">
                <a16:creationId xmlns:a16="http://schemas.microsoft.com/office/drawing/2014/main" id="{6501CE5A-934B-4195-9B99-F393D802F0D5}"/>
              </a:ext>
            </a:extLst>
          </p:cNvPr>
          <p:cNvSpPr>
            <a:spLocks xmlns:a="http://schemas.openxmlformats.org/drawingml/2006/main" noGrp="1"/>
          </p:cNvSpPr>
          <p:nvPr/>
        </p:nvSpPr>
        <p:spPr>
          <a:xfrm xmlns:a="http://schemas.openxmlformats.org/drawingml/2006/main">
            <a:off x="17049750" y="9382125"/>
            <a:ext cx="628650" cy="628650"/>
          </a:xfrm>
          <a:prstGeom xmlns:a="http://schemas.openxmlformats.org/drawingml/2006/main" prst="ellipse">
            <a:avLst/>
          </a:prstGeom>
          <a:solidFill xmlns:a="http://schemas.openxmlformats.org/drawingml/2006/main">
            <a:srgbClr val="07154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EC8BFAD-0875-41DC-9CB7-E012F23A5653}"/>
              </a:ext>
            </a:extLst>
          </p:cNvPr>
          <p:cNvSpPr>
            <a:spLocks xmlns:a="http://schemas.openxmlformats.org/drawingml/2006/main" noGrp="1"/>
          </p:cNvSpPr>
          <p:nvPr/>
        </p:nvSpPr>
        <p:spPr>
          <a:xfrm xmlns:a="http://schemas.openxmlformats.org/drawingml/2006/main">
            <a:off x="17049750" y="9467850"/>
            <a:ext cx="628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950" b="1">
                <a:solidFill>
                  <a:srgbClr val="FFFFFF"/>
                </a:solidFill>
                <a:latin typeface="Rubik"/>
                <a:ea typeface="Rubik"/>
                <a:cs typeface="Rubik"/>
              </a:defRPr>
            </a:defPPr>
          </a:lstStyle>
          <a:p xmlns:a="http://schemas.openxmlformats.org/drawingml/2006/main">
            <a:pPr algn="ctr">
              <a:defRPr sz="1950" b="1">
                <a:solidFill>
                  <a:srgbClr val="FFFFFF"/>
                </a:solidFill>
                <a:latin typeface="Rubik"/>
                <a:ea typeface="Rubik"/>
                <a:cs typeface="Rubik"/>
              </a:defRPr>
            </a:pPr>
            <a:r>
              <a:rPr sz="1950" b="1">
                <a:solidFill>
                  <a:srgbClr val="FFFFFF"/>
                </a:solidFill>
                <a:latin typeface="Rubik"/>
                <a:ea typeface="Rubik"/>
                <a:cs typeface="Rubik"/>
              </a:rPr>
              <a:t>1</a:t>
            </a:r>
          </a:p>
        </p:txBody>
      </p:sp>
    </p:spTree>
    <p:extLst>
      <p:ext uri="{BB962C8B-B14F-4D97-AF65-F5344CB8AC3E}">
        <p14:creationId xmlns:p14="http://schemas.microsoft.com/office/powerpoint/2010/main" val="8397393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7D5F6892-CDFE-48D4-A551-80393E19CE9E}"/>
              </a:ext>
            </a:extLst>
          </p:cNvPr>
          <p:cNvPicPr>
            <a:picLocks xmlns:a="http://schemas.openxmlformats.org/drawingml/2006/main" noChangeAspect="1"/>
          </p:cNvPicPr>
          <p:nvPr/>
        </p:nvPicPr>
        <p:blipFill>
          <a:blip xmlns:r="http://schemas.openxmlformats.org/officeDocument/2006/relationships" xmlns:a="http://schemas.openxmlformats.org/drawingml/2006/main" r:embed="Rb9cae02ce71d48d4"/>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45BFB7C-A7AD-4F20-9B2D-97492BCA77A1}"/>
              </a:ext>
            </a:extLst>
          </p:cNvPr>
          <p:cNvSpPr>
            <a:spLocks xmlns:a="http://schemas.openxmlformats.org/drawingml/2006/main" noGrp="1"/>
          </p:cNvSpPr>
          <p:nvPr/>
        </p:nvSpPr>
        <p:spPr>
          <a:xfrm xmlns:a="http://schemas.openxmlformats.org/drawingml/2006/main">
            <a:off x="1000125" y="952500"/>
            <a:ext cx="13335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050" b="1">
                <a:solidFill>
                  <a:srgbClr val="07154D"/>
                </a:solidFill>
                <a:latin typeface="Nimbus Sans Narrow"/>
                <a:ea typeface="Nimbus Sans Narrow"/>
                <a:cs typeface="Nimbus Sans Narrow"/>
              </a:defRPr>
            </a:defPPr>
          </a:lstStyle>
          <a:p xmlns:a="http://schemas.openxmlformats.org/drawingml/2006/main">
            <a:pPr>
              <a:defRPr sz="7050" b="1">
                <a:solidFill>
                  <a:srgbClr val="07154D"/>
                </a:solidFill>
                <a:latin typeface="Nimbus Sans Narrow"/>
                <a:ea typeface="Nimbus Sans Narrow"/>
                <a:cs typeface="Nimbus Sans Narrow"/>
              </a:defRPr>
            </a:pPr>
            <a:r>
              <a:rPr sz="7050" b="1">
                <a:solidFill>
                  <a:srgbClr val="07154D"/>
                </a:solidFill>
                <a:latin typeface="Nimbus Sans Narrow"/>
                <a:ea typeface="Nimbus Sans Narrow"/>
                <a:cs typeface="Nimbus Sans Narrow"/>
              </a:rPr>
              <a:t>GROUP MEMBERS</a:t>
            </a:r>
          </a:p>
        </p:txBody>
      </p:sp>
      <p:sp>
        <p:nvSpPr>
          <p:cNvPr id="3" name="">
            <a:extLst xmlns:a="http://schemas.openxmlformats.org/drawingml/2006/main">
              <a:ext uri="{FF2B5EF4-FFF2-40B4-BE49-F238E27FC236}">
                <a16:creationId xmlns:a16="http://schemas.microsoft.com/office/drawing/2014/main" id="{5DA19E6D-3F0D-4359-8BD4-4F92B7885079}"/>
              </a:ext>
            </a:extLst>
          </p:cNvPr>
          <p:cNvSpPr>
            <a:spLocks xmlns:a="http://schemas.openxmlformats.org/drawingml/2006/main" noGrp="1"/>
          </p:cNvSpPr>
          <p:nvPr/>
        </p:nvSpPr>
        <p:spPr>
          <a:xfrm xmlns:a="http://schemas.openxmlformats.org/drawingml/2006/main">
            <a:off x="1047750" y="2286000"/>
            <a:ext cx="1333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065FF"/>
                </a:solidFill>
                <a:latin typeface="Rubik"/>
                <a:ea typeface="Rubik"/>
                <a:cs typeface="Rubik"/>
              </a:defRPr>
            </a:defPPr>
          </a:lstStyle>
          <a:p xmlns:a="http://schemas.openxmlformats.org/drawingml/2006/main">
            <a:pPr>
              <a:defRPr sz="2700" b="1">
                <a:solidFill>
                  <a:srgbClr val="0065FF"/>
                </a:solidFill>
                <a:latin typeface="Rubik"/>
                <a:ea typeface="Rubik"/>
                <a:cs typeface="Rubik"/>
              </a:defRPr>
            </a:pPr>
            <a:r>
              <a:rPr sz="2700" b="1">
                <a:solidFill>
                  <a:srgbClr val="0065FF"/>
                </a:solidFill>
                <a:latin typeface="Rubik"/>
                <a:ea typeface="Rubik"/>
                <a:cs typeface="Rubik"/>
              </a:rPr>
              <a:t>DS.WE.2.1 Group 10</a:t>
            </a:r>
          </a:p>
        </p:txBody>
      </p:sp>
      <p:graphicFrame>
        <p:nvGraphicFramePr>
          <p:cNvPr id="4" name="">
            <a:extLst xmlns:a="http://schemas.openxmlformats.org/drawingml/2006/main">
              <a:ext uri="{FF2B5EF4-FFF2-40B4-BE49-F238E27FC236}">
                <a16:creationId xmlns:a16="http://schemas.microsoft.com/office/drawing/2014/main" id="{2873C738-6883-4338-88D7-8CC0A51EE6E5}"/>
              </a:ext>
            </a:extLst>
          </p:cNvPr>
          <p:cNvGraphicFramePr/>
          <p:nvPr/>
        </p:nvGraphicFramePr>
        <p:xfrm>
          <a:off xmlns:a="http://schemas.openxmlformats.org/drawingml/2006/main" x="1047750" y="3381375"/>
          <a:ext xmlns:a="http://schemas.openxmlformats.org/drawingml/2006/main" cx="16192500" cy="4810125"/>
        </p:xfrm>
        <a:graphic xmlns:a="http://schemas.openxmlformats.org/drawingml/2006/main">
          <a:graphicData uri="http://schemas.openxmlformats.org/drawingml/2006/table">
            <a:tbl>
              <a:tblPr/>
              <a:tblGrid>
                <a:gridCol w="10668000"/>
                <a:gridCol w="5524500"/>
              </a:tblGrid>
              <a:tr h="962025">
                <a:tc>
                  <a:txBody>
                    <a:bodyPr/>
                    <a:lstStyle/>
                    <a:p>
                      <a:r>
                        <a:rPr sz="2850" b="1">
                          <a:solidFill>
                            <a:srgbClr val="FFFFFF"/>
                          </a:solidFill>
                          <a:latin typeface="Rubik"/>
                          <a:ea typeface="Rubik"/>
                          <a:cs typeface="Rubik"/>
                        </a:rPr>
                        <a:t>GROUP MEMBER</a:t>
                      </a:r>
                    </a:p>
                  </a:txBody>
                  <a:tcPr marL="247650" marR="190500" marT="171450" marB="171450" anchor="ctr">
                    <a:solidFill>
                      <a:srgbClr val="0065FF"/>
                    </a:solidFill>
                  </a:tcPr>
                </a:tc>
                <a:tc>
                  <a:txBody>
                    <a:bodyPr/>
                    <a:lstStyle/>
                    <a:p>
                      <a:r>
                        <a:rPr sz="2850" b="1">
                          <a:solidFill>
                            <a:srgbClr val="FFFFFF"/>
                          </a:solidFill>
                          <a:latin typeface="Rubik"/>
                          <a:ea typeface="Rubik"/>
                          <a:cs typeface="Rubik"/>
                        </a:rPr>
                        <a:t>STUDENT ID</a:t>
                      </a:r>
                    </a:p>
                  </a:txBody>
                  <a:tcPr marL="247650" marR="190500" marT="171450" marB="171450" anchor="ctr">
                    <a:solidFill>
                      <a:srgbClr val="0065FF"/>
                    </a:solidFill>
                  </a:tcPr>
                </a:tc>
              </a:tr>
              <a:tr h="962025">
                <a:tc>
                  <a:txBody>
                    <a:bodyPr/>
                    <a:lstStyle/>
                    <a:p>
                      <a:r>
                        <a:rPr sz="2850" b="0">
                          <a:solidFill>
                            <a:srgbClr val="07154D"/>
                          </a:solidFill>
                          <a:latin typeface="Rubik"/>
                          <a:ea typeface="Rubik"/>
                          <a:cs typeface="Rubik"/>
                        </a:rPr>
                        <a:t>Lakshitha Dilshan J K P</a:t>
                      </a:r>
                    </a:p>
                  </a:txBody>
                  <a:tcPr marL="247650" marR="190500" marT="171450" marB="171450" anchor="ctr">
                    <a:solidFill>
                      <a:srgbClr val="F0F7FF"/>
                    </a:solidFill>
                  </a:tcPr>
                </a:tc>
                <a:tc>
                  <a:txBody>
                    <a:bodyPr/>
                    <a:lstStyle/>
                    <a:p>
                      <a:r>
                        <a:rPr sz="2850" b="0">
                          <a:solidFill>
                            <a:srgbClr val="07154D"/>
                          </a:solidFill>
                          <a:latin typeface="Rubik"/>
                          <a:ea typeface="Rubik"/>
                          <a:cs typeface="Rubik"/>
                        </a:rPr>
                        <a:t>IT24102621</a:t>
                      </a:r>
                    </a:p>
                  </a:txBody>
                  <a:tcPr marL="247650" marR="190500" marT="171450" marB="171450" anchor="ctr">
                    <a:solidFill>
                      <a:srgbClr val="F0F7FF"/>
                    </a:solidFill>
                  </a:tcPr>
                </a:tc>
              </a:tr>
              <a:tr h="962025">
                <a:tc>
                  <a:txBody>
                    <a:bodyPr/>
                    <a:lstStyle/>
                    <a:p>
                      <a:r>
                        <a:rPr sz="2850" b="0">
                          <a:solidFill>
                            <a:srgbClr val="07154D"/>
                          </a:solidFill>
                          <a:latin typeface="Rubik"/>
                          <a:ea typeface="Rubik"/>
                          <a:cs typeface="Rubik"/>
                        </a:rPr>
                        <a:t>Nirmani K.H.D.T</a:t>
                      </a:r>
                    </a:p>
                  </a:txBody>
                  <a:tcPr marL="247650" marR="190500" marT="171450" marB="171450" anchor="ctr">
                    <a:solidFill>
                      <a:srgbClr val="FFFFFF"/>
                    </a:solidFill>
                  </a:tcPr>
                </a:tc>
                <a:tc>
                  <a:txBody>
                    <a:bodyPr/>
                    <a:lstStyle/>
                    <a:p>
                      <a:r>
                        <a:rPr sz="2850" b="0">
                          <a:solidFill>
                            <a:srgbClr val="07154D"/>
                          </a:solidFill>
                          <a:latin typeface="Rubik"/>
                          <a:ea typeface="Rubik"/>
                          <a:cs typeface="Rubik"/>
                        </a:rPr>
                        <a:t>IT24103380</a:t>
                      </a:r>
                    </a:p>
                  </a:txBody>
                  <a:tcPr marL="247650" marR="190500" marT="171450" marB="171450" anchor="ctr">
                    <a:solidFill>
                      <a:srgbClr val="FFFFFF"/>
                    </a:solidFill>
                  </a:tcPr>
                </a:tc>
              </a:tr>
              <a:tr h="962025">
                <a:tc>
                  <a:txBody>
                    <a:bodyPr/>
                    <a:lstStyle/>
                    <a:p>
                      <a:r>
                        <a:rPr sz="2850" b="0">
                          <a:solidFill>
                            <a:srgbClr val="07154D"/>
                          </a:solidFill>
                          <a:latin typeface="Rubik"/>
                          <a:ea typeface="Rubik"/>
                          <a:cs typeface="Rubik"/>
                        </a:rPr>
                        <a:t>Palliyaguruge C.T</a:t>
                      </a:r>
                    </a:p>
                  </a:txBody>
                  <a:tcPr marL="247650" marR="190500" marT="171450" marB="171450" anchor="ctr">
                    <a:solidFill>
                      <a:srgbClr val="F0F7FF"/>
                    </a:solidFill>
                  </a:tcPr>
                </a:tc>
                <a:tc>
                  <a:txBody>
                    <a:bodyPr/>
                    <a:lstStyle/>
                    <a:p>
                      <a:r>
                        <a:rPr sz="2850" b="0">
                          <a:solidFill>
                            <a:srgbClr val="07154D"/>
                          </a:solidFill>
                          <a:latin typeface="Rubik"/>
                          <a:ea typeface="Rubik"/>
                          <a:cs typeface="Rubik"/>
                        </a:rPr>
                        <a:t>IT24103655</a:t>
                      </a:r>
                    </a:p>
                  </a:txBody>
                  <a:tcPr marL="247650" marR="190500" marT="171450" marB="171450" anchor="ctr">
                    <a:solidFill>
                      <a:srgbClr val="F0F7FF"/>
                    </a:solidFill>
                  </a:tcPr>
                </a:tc>
              </a:tr>
              <a:tr h="962025">
                <a:tc>
                  <a:txBody>
                    <a:bodyPr/>
                    <a:lstStyle/>
                    <a:p>
                      <a:r>
                        <a:rPr sz="2850" b="0">
                          <a:solidFill>
                            <a:srgbClr val="07154D"/>
                          </a:solidFill>
                          <a:latin typeface="Rubik"/>
                          <a:ea typeface="Rubik"/>
                          <a:cs typeface="Rubik"/>
                        </a:rPr>
                        <a:t>Senaratne P.A.R.T</a:t>
                      </a:r>
                    </a:p>
                  </a:txBody>
                  <a:tcPr marL="247650" marR="190500" marT="171450" marB="171450" anchor="ctr">
                    <a:solidFill>
                      <a:srgbClr val="FFFFFF"/>
                    </a:solidFill>
                  </a:tcPr>
                </a:tc>
                <a:tc>
                  <a:txBody>
                    <a:bodyPr/>
                    <a:lstStyle/>
                    <a:p>
                      <a:r>
                        <a:rPr sz="2850" b="0">
                          <a:solidFill>
                            <a:srgbClr val="07154D"/>
                          </a:solidFill>
                          <a:latin typeface="Rubik"/>
                          <a:ea typeface="Rubik"/>
                          <a:cs typeface="Rubik"/>
                        </a:rPr>
                        <a:t>IT24103526</a:t>
                      </a:r>
                    </a:p>
                  </a:txBody>
                  <a:tcPr marL="247650" marR="190500" marT="171450" marB="1714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9568856-E032-462C-B67B-800A2B88BB12}"/>
              </a:ext>
            </a:extLst>
          </p:cNvPr>
          <p:cNvSpPr>
            <a:spLocks xmlns:a="http://schemas.openxmlformats.org/drawingml/2006/main" noGrp="1"/>
          </p:cNvSpPr>
          <p:nvPr/>
        </p:nvSpPr>
        <p:spPr>
          <a:xfrm xmlns:a="http://schemas.openxmlformats.org/drawingml/2006/main">
            <a:off x="17049750" y="9382125"/>
            <a:ext cx="628650" cy="628650"/>
          </a:xfrm>
          <a:prstGeom xmlns:a="http://schemas.openxmlformats.org/drawingml/2006/main" prst="ellipse">
            <a:avLst/>
          </a:prstGeom>
          <a:solidFill xmlns:a="http://schemas.openxmlformats.org/drawingml/2006/main">
            <a:srgbClr val="07154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599F951-02AB-4FF5-B0C7-25096AE1F515}"/>
              </a:ext>
            </a:extLst>
          </p:cNvPr>
          <p:cNvSpPr>
            <a:spLocks xmlns:a="http://schemas.openxmlformats.org/drawingml/2006/main" noGrp="1"/>
          </p:cNvSpPr>
          <p:nvPr/>
        </p:nvSpPr>
        <p:spPr>
          <a:xfrm xmlns:a="http://schemas.openxmlformats.org/drawingml/2006/main">
            <a:off x="17049750" y="9467850"/>
            <a:ext cx="628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950" b="1">
                <a:solidFill>
                  <a:srgbClr val="FFFFFF"/>
                </a:solidFill>
                <a:latin typeface="Rubik"/>
                <a:ea typeface="Rubik"/>
                <a:cs typeface="Rubik"/>
              </a:defRPr>
            </a:defPPr>
          </a:lstStyle>
          <a:p xmlns:a="http://schemas.openxmlformats.org/drawingml/2006/main">
            <a:pPr algn="ctr">
              <a:defRPr sz="1950" b="1">
                <a:solidFill>
                  <a:srgbClr val="FFFFFF"/>
                </a:solidFill>
                <a:latin typeface="Rubik"/>
                <a:ea typeface="Rubik"/>
                <a:cs typeface="Rubik"/>
              </a:defRPr>
            </a:pPr>
            <a:r>
              <a:rPr sz="1950" b="1">
                <a:solidFill>
                  <a:srgbClr val="FFFFFF"/>
                </a:solidFill>
                <a:latin typeface="Rubik"/>
                <a:ea typeface="Rubik"/>
                <a:cs typeface="Rubik"/>
              </a:rPr>
              <a:t>2</a:t>
            </a:r>
          </a:p>
        </p:txBody>
      </p:sp>
    </p:spTree>
    <p:extLst>
      <p:ext uri="{BB962C8B-B14F-4D97-AF65-F5344CB8AC3E}">
        <p14:creationId xmlns:p14="http://schemas.microsoft.com/office/powerpoint/2010/main" val="122089933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B3749801-2C4F-4C2C-889C-D39667A379D7}"/>
              </a:ext>
            </a:extLst>
          </p:cNvPr>
          <p:cNvPicPr>
            <a:picLocks xmlns:a="http://schemas.openxmlformats.org/drawingml/2006/main" noChangeAspect="1"/>
          </p:cNvPicPr>
          <p:nvPr/>
        </p:nvPicPr>
        <p:blipFill>
          <a:blip xmlns:r="http://schemas.openxmlformats.org/officeDocument/2006/relationships" xmlns:a="http://schemas.openxmlformats.org/drawingml/2006/main" r:embed="R5929cb3afa2d431c"/>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183274F-CA27-4150-9217-10817E55CC58}"/>
              </a:ext>
            </a:extLst>
          </p:cNvPr>
          <p:cNvSpPr>
            <a:spLocks xmlns:a="http://schemas.openxmlformats.org/drawingml/2006/main" noGrp="1"/>
          </p:cNvSpPr>
          <p:nvPr/>
        </p:nvSpPr>
        <p:spPr>
          <a:xfrm xmlns:a="http://schemas.openxmlformats.org/drawingml/2006/main">
            <a:off x="1000125" y="904875"/>
            <a:ext cx="15716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600" b="0">
                <a:solidFill>
                  <a:srgbClr val="07154D"/>
                </a:solidFill>
                <a:latin typeface="Anton"/>
                <a:ea typeface="Anton"/>
                <a:cs typeface="Anton"/>
              </a:defRPr>
            </a:defPPr>
          </a:lstStyle>
          <a:p xmlns:a="http://schemas.openxmlformats.org/drawingml/2006/main">
            <a:pPr>
              <a:defRPr sz="6600" b="0">
                <a:solidFill>
                  <a:srgbClr val="07154D"/>
                </a:solidFill>
                <a:latin typeface="Anton"/>
                <a:ea typeface="Anton"/>
                <a:cs typeface="Anton"/>
              </a:defRPr>
            </a:pPr>
            <a:r>
              <a:rPr sz="6600" b="0">
                <a:solidFill>
                  <a:srgbClr val="07154D"/>
                </a:solidFill>
                <a:latin typeface="Anton"/>
                <a:ea typeface="Anton"/>
                <a:cs typeface="Anton"/>
              </a:rPr>
              <a:t>PRESENTATION ROADMAP</a:t>
            </a:r>
          </a:p>
        </p:txBody>
      </p:sp>
      <p:sp>
        <p:nvSpPr>
          <p:cNvPr id="3" name="">
            <a:extLst xmlns:a="http://schemas.openxmlformats.org/drawingml/2006/main">
              <a:ext uri="{FF2B5EF4-FFF2-40B4-BE49-F238E27FC236}">
                <a16:creationId xmlns:a16="http://schemas.microsoft.com/office/drawing/2014/main" id="{B44A67D9-1850-44F4-9E9F-41164FC92DEB}"/>
              </a:ext>
            </a:extLst>
          </p:cNvPr>
          <p:cNvSpPr>
            <a:spLocks xmlns:a="http://schemas.openxmlformats.org/drawingml/2006/main" noGrp="1"/>
          </p:cNvSpPr>
          <p:nvPr/>
        </p:nvSpPr>
        <p:spPr>
          <a:xfrm xmlns:a="http://schemas.openxmlformats.org/drawingml/2006/main">
            <a:off x="1000125" y="2647950"/>
            <a:ext cx="1428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900" b="0">
                <a:solidFill>
                  <a:srgbClr val="0065FF"/>
                </a:solidFill>
                <a:latin typeface="Anton"/>
                <a:ea typeface="Anton"/>
                <a:cs typeface="Anton"/>
              </a:defRPr>
            </a:defPPr>
          </a:lstStyle>
          <a:p xmlns:a="http://schemas.openxmlformats.org/drawingml/2006/main">
            <a:pPr>
              <a:defRPr sz="6900" b="0">
                <a:solidFill>
                  <a:srgbClr val="0065FF"/>
                </a:solidFill>
                <a:latin typeface="Anton"/>
                <a:ea typeface="Anton"/>
                <a:cs typeface="Anton"/>
              </a:defRPr>
            </a:pPr>
            <a:r>
              <a:rPr sz="6900" b="0">
                <a:solidFill>
                  <a:srgbClr val="0065FF"/>
                </a:solidFill>
                <a:latin typeface="Anton"/>
                <a:ea typeface="Anton"/>
                <a:cs typeface="Anton"/>
              </a:rPr>
              <a:t>01</a:t>
            </a:r>
          </a:p>
        </p:txBody>
      </p:sp>
      <p:sp>
        <p:nvSpPr>
          <p:cNvPr id="4" name="">
            <a:extLst xmlns:a="http://schemas.openxmlformats.org/drawingml/2006/main">
              <a:ext uri="{FF2B5EF4-FFF2-40B4-BE49-F238E27FC236}">
                <a16:creationId xmlns:a16="http://schemas.microsoft.com/office/drawing/2014/main" id="{6AC327CE-DADC-494B-B326-5D270AF322A9}"/>
              </a:ext>
            </a:extLst>
          </p:cNvPr>
          <p:cNvSpPr>
            <a:spLocks xmlns:a="http://schemas.openxmlformats.org/drawingml/2006/main" noGrp="1"/>
          </p:cNvSpPr>
          <p:nvPr/>
        </p:nvSpPr>
        <p:spPr>
          <a:xfrm xmlns:a="http://schemas.openxmlformats.org/drawingml/2006/main">
            <a:off x="2762250" y="2714625"/>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7154D"/>
                </a:solidFill>
                <a:latin typeface="Rubik"/>
                <a:ea typeface="Rubik"/>
                <a:cs typeface="Rubik"/>
              </a:defRPr>
            </a:defPPr>
          </a:lstStyle>
          <a:p xmlns:a="http://schemas.openxmlformats.org/drawingml/2006/main">
            <a:pPr>
              <a:defRPr sz="3225" b="1">
                <a:solidFill>
                  <a:srgbClr val="07154D"/>
                </a:solidFill>
                <a:latin typeface="Rubik"/>
                <a:ea typeface="Rubik"/>
                <a:cs typeface="Rubik"/>
              </a:defRPr>
            </a:pPr>
            <a:r>
              <a:rPr sz="3225" b="1">
                <a:solidFill>
                  <a:srgbClr val="07154D"/>
                </a:solidFill>
                <a:latin typeface="Rubik"/>
                <a:ea typeface="Rubik"/>
                <a:cs typeface="Rubik"/>
              </a:rPr>
              <a:t>Problem and evidence base</a:t>
            </a:r>
          </a:p>
        </p:txBody>
      </p:sp>
      <p:sp>
        <p:nvSpPr>
          <p:cNvPr id="5" name="">
            <a:extLst xmlns:a="http://schemas.openxmlformats.org/drawingml/2006/main">
              <a:ext uri="{FF2B5EF4-FFF2-40B4-BE49-F238E27FC236}">
                <a16:creationId xmlns:a16="http://schemas.microsoft.com/office/drawing/2014/main" id="{503BB3E8-4B12-4A62-86A7-0EC9D9562B87}"/>
              </a:ext>
            </a:extLst>
          </p:cNvPr>
          <p:cNvSpPr>
            <a:spLocks xmlns:a="http://schemas.openxmlformats.org/drawingml/2006/main" noGrp="1"/>
          </p:cNvSpPr>
          <p:nvPr/>
        </p:nvSpPr>
        <p:spPr>
          <a:xfrm xmlns:a="http://schemas.openxmlformats.org/drawingml/2006/main">
            <a:off x="2762250" y="3333750"/>
            <a:ext cx="1390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B506C"/>
                </a:solidFill>
                <a:latin typeface="Rubik"/>
                <a:ea typeface="Rubik"/>
                <a:cs typeface="Rubik"/>
              </a:defRPr>
            </a:defPPr>
          </a:lstStyle>
          <a:p xmlns:a="http://schemas.openxmlformats.org/drawingml/2006/main">
            <a:pPr>
              <a:defRPr sz="2250" b="0">
                <a:solidFill>
                  <a:srgbClr val="3B506C"/>
                </a:solidFill>
                <a:latin typeface="Rubik"/>
                <a:ea typeface="Rubik"/>
                <a:cs typeface="Rubik"/>
              </a:defRPr>
            </a:pPr>
            <a:r>
              <a:rPr sz="2250" b="0">
                <a:solidFill>
                  <a:srgbClr val="3B506C"/>
                </a:solidFill>
                <a:latin typeface="Rubik"/>
                <a:ea typeface="Rubik"/>
                <a:cs typeface="Rubik"/>
              </a:rPr>
              <a:t>Industry problem, consultancy objectives, research landscape, and the gap addressed by this study</a:t>
            </a:r>
          </a:p>
        </p:txBody>
      </p:sp>
      <p:sp>
        <p:nvSpPr>
          <p:cNvPr id="6" name="">
            <a:extLst xmlns:a="http://schemas.openxmlformats.org/drawingml/2006/main">
              <a:ext uri="{FF2B5EF4-FFF2-40B4-BE49-F238E27FC236}">
                <a16:creationId xmlns:a16="http://schemas.microsoft.com/office/drawing/2014/main" id="{D6390F56-895A-46CB-A26E-6F464F821161}"/>
              </a:ext>
            </a:extLst>
          </p:cNvPr>
          <p:cNvSpPr>
            <a:spLocks xmlns:a="http://schemas.openxmlformats.org/drawingml/2006/main" noGrp="1"/>
          </p:cNvSpPr>
          <p:nvPr/>
        </p:nvSpPr>
        <p:spPr>
          <a:xfrm xmlns:a="http://schemas.openxmlformats.org/drawingml/2006/main">
            <a:off x="1000125" y="4086225"/>
            <a:ext cx="1428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900" b="0">
                <a:solidFill>
                  <a:srgbClr val="0065FF"/>
                </a:solidFill>
                <a:latin typeface="Anton"/>
                <a:ea typeface="Anton"/>
                <a:cs typeface="Anton"/>
              </a:defRPr>
            </a:defPPr>
          </a:lstStyle>
          <a:p xmlns:a="http://schemas.openxmlformats.org/drawingml/2006/main">
            <a:pPr>
              <a:defRPr sz="6900" b="0">
                <a:solidFill>
                  <a:srgbClr val="0065FF"/>
                </a:solidFill>
                <a:latin typeface="Anton"/>
                <a:ea typeface="Anton"/>
                <a:cs typeface="Anton"/>
              </a:defRPr>
            </a:pPr>
            <a:r>
              <a:rPr sz="6900" b="0">
                <a:solidFill>
                  <a:srgbClr val="0065FF"/>
                </a:solidFill>
                <a:latin typeface="Anton"/>
                <a:ea typeface="Anton"/>
                <a:cs typeface="Anton"/>
              </a:rPr>
              <a:t>02</a:t>
            </a:r>
          </a:p>
        </p:txBody>
      </p:sp>
      <p:sp>
        <p:nvSpPr>
          <p:cNvPr id="7" name="">
            <a:extLst xmlns:a="http://schemas.openxmlformats.org/drawingml/2006/main">
              <a:ext uri="{FF2B5EF4-FFF2-40B4-BE49-F238E27FC236}">
                <a16:creationId xmlns:a16="http://schemas.microsoft.com/office/drawing/2014/main" id="{C5F96517-0561-4B14-A547-58E12A062F63}"/>
              </a:ext>
            </a:extLst>
          </p:cNvPr>
          <p:cNvSpPr>
            <a:spLocks xmlns:a="http://schemas.openxmlformats.org/drawingml/2006/main" noGrp="1"/>
          </p:cNvSpPr>
          <p:nvPr/>
        </p:nvSpPr>
        <p:spPr>
          <a:xfrm xmlns:a="http://schemas.openxmlformats.org/drawingml/2006/main">
            <a:off x="2762250" y="41529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7154D"/>
                </a:solidFill>
                <a:latin typeface="Rubik"/>
                <a:ea typeface="Rubik"/>
                <a:cs typeface="Rubik"/>
              </a:defRPr>
            </a:defPPr>
          </a:lstStyle>
          <a:p xmlns:a="http://schemas.openxmlformats.org/drawingml/2006/main">
            <a:pPr>
              <a:defRPr sz="3225" b="1">
                <a:solidFill>
                  <a:srgbClr val="07154D"/>
                </a:solidFill>
                <a:latin typeface="Rubik"/>
                <a:ea typeface="Rubik"/>
                <a:cs typeface="Rubik"/>
              </a:defRPr>
            </a:pPr>
            <a:r>
              <a:rPr sz="3225" b="1">
                <a:solidFill>
                  <a:srgbClr val="07154D"/>
                </a:solidFill>
                <a:latin typeface="Rubik"/>
                <a:ea typeface="Rubik"/>
                <a:cs typeface="Rubik"/>
              </a:rPr>
              <a:t>Data and statistical evidence</a:t>
            </a:r>
          </a:p>
        </p:txBody>
      </p:sp>
      <p:sp>
        <p:nvSpPr>
          <p:cNvPr id="8" name="">
            <a:extLst xmlns:a="http://schemas.openxmlformats.org/drawingml/2006/main">
              <a:ext uri="{FF2B5EF4-FFF2-40B4-BE49-F238E27FC236}">
                <a16:creationId xmlns:a16="http://schemas.microsoft.com/office/drawing/2014/main" id="{4197C6A5-B5A9-4CEC-AE41-5B6789F36BD6}"/>
              </a:ext>
            </a:extLst>
          </p:cNvPr>
          <p:cNvSpPr>
            <a:spLocks xmlns:a="http://schemas.openxmlformats.org/drawingml/2006/main" noGrp="1"/>
          </p:cNvSpPr>
          <p:nvPr/>
        </p:nvSpPr>
        <p:spPr>
          <a:xfrm xmlns:a="http://schemas.openxmlformats.org/drawingml/2006/main">
            <a:off x="2762250" y="4772025"/>
            <a:ext cx="1390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B506C"/>
                </a:solidFill>
                <a:latin typeface="Rubik"/>
                <a:ea typeface="Rubik"/>
                <a:cs typeface="Rubik"/>
              </a:defRPr>
            </a:defPPr>
          </a:lstStyle>
          <a:p xmlns:a="http://schemas.openxmlformats.org/drawingml/2006/main">
            <a:pPr>
              <a:defRPr sz="2250" b="0">
                <a:solidFill>
                  <a:srgbClr val="3B506C"/>
                </a:solidFill>
                <a:latin typeface="Rubik"/>
                <a:ea typeface="Rubik"/>
                <a:cs typeface="Rubik"/>
              </a:defRPr>
            </a:pPr>
            <a:r>
              <a:rPr sz="2250" b="0">
                <a:solidFill>
                  <a:srgbClr val="3B506C"/>
                </a:solidFill>
                <a:latin typeface="Rubik"/>
                <a:ea typeface="Rubik"/>
                <a:cs typeface="Rubik"/>
              </a:rPr>
              <a:t>Dataset audit, descriptive analysis, visual evidence, and robust group comparisons</a:t>
            </a:r>
          </a:p>
        </p:txBody>
      </p:sp>
      <p:sp>
        <p:nvSpPr>
          <p:cNvPr id="9" name="">
            <a:extLst xmlns:a="http://schemas.openxmlformats.org/drawingml/2006/main">
              <a:ext uri="{FF2B5EF4-FFF2-40B4-BE49-F238E27FC236}">
                <a16:creationId xmlns:a16="http://schemas.microsoft.com/office/drawing/2014/main" id="{E94AFF4F-A934-4DF7-A392-8C5E2E3A0D9A}"/>
              </a:ext>
            </a:extLst>
          </p:cNvPr>
          <p:cNvSpPr>
            <a:spLocks xmlns:a="http://schemas.openxmlformats.org/drawingml/2006/main" noGrp="1"/>
          </p:cNvSpPr>
          <p:nvPr/>
        </p:nvSpPr>
        <p:spPr>
          <a:xfrm xmlns:a="http://schemas.openxmlformats.org/drawingml/2006/main">
            <a:off x="1000125" y="5524500"/>
            <a:ext cx="1428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900" b="0">
                <a:solidFill>
                  <a:srgbClr val="0065FF"/>
                </a:solidFill>
                <a:latin typeface="Anton"/>
                <a:ea typeface="Anton"/>
                <a:cs typeface="Anton"/>
              </a:defRPr>
            </a:defPPr>
          </a:lstStyle>
          <a:p xmlns:a="http://schemas.openxmlformats.org/drawingml/2006/main">
            <a:pPr>
              <a:defRPr sz="6900" b="0">
                <a:solidFill>
                  <a:srgbClr val="0065FF"/>
                </a:solidFill>
                <a:latin typeface="Anton"/>
                <a:ea typeface="Anton"/>
                <a:cs typeface="Anton"/>
              </a:defRPr>
            </a:pPr>
            <a:r>
              <a:rPr sz="6900" b="0">
                <a:solidFill>
                  <a:srgbClr val="0065FF"/>
                </a:solidFill>
                <a:latin typeface="Anton"/>
                <a:ea typeface="Anton"/>
                <a:cs typeface="Anton"/>
              </a:rPr>
              <a:t>03</a:t>
            </a:r>
          </a:p>
        </p:txBody>
      </p:sp>
      <p:sp>
        <p:nvSpPr>
          <p:cNvPr id="10" name="">
            <a:extLst xmlns:a="http://schemas.openxmlformats.org/drawingml/2006/main">
              <a:ext uri="{FF2B5EF4-FFF2-40B4-BE49-F238E27FC236}">
                <a16:creationId xmlns:a16="http://schemas.microsoft.com/office/drawing/2014/main" id="{BAFBF0A6-B4A3-4F6B-928C-AA1F899E9F49}"/>
              </a:ext>
            </a:extLst>
          </p:cNvPr>
          <p:cNvSpPr>
            <a:spLocks xmlns:a="http://schemas.openxmlformats.org/drawingml/2006/main" noGrp="1"/>
          </p:cNvSpPr>
          <p:nvPr/>
        </p:nvSpPr>
        <p:spPr>
          <a:xfrm xmlns:a="http://schemas.openxmlformats.org/drawingml/2006/main">
            <a:off x="2762250" y="5591175"/>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7154D"/>
                </a:solidFill>
                <a:latin typeface="Rubik"/>
                <a:ea typeface="Rubik"/>
                <a:cs typeface="Rubik"/>
              </a:defRPr>
            </a:defPPr>
          </a:lstStyle>
          <a:p xmlns:a="http://schemas.openxmlformats.org/drawingml/2006/main">
            <a:pPr>
              <a:defRPr sz="3225" b="1">
                <a:solidFill>
                  <a:srgbClr val="07154D"/>
                </a:solidFill>
                <a:latin typeface="Rubik"/>
                <a:ea typeface="Rubik"/>
                <a:cs typeface="Rubik"/>
              </a:defRPr>
            </a:pPr>
            <a:r>
              <a:rPr sz="3225" b="1">
                <a:solidFill>
                  <a:srgbClr val="07154D"/>
                </a:solidFill>
                <a:latin typeface="Rubik"/>
                <a:ea typeface="Rubik"/>
                <a:cs typeface="Rubik"/>
              </a:rPr>
              <a:t>Models and advanced methods</a:t>
            </a:r>
          </a:p>
        </p:txBody>
      </p:sp>
      <p:sp>
        <p:nvSpPr>
          <p:cNvPr id="11" name="">
            <a:extLst xmlns:a="http://schemas.openxmlformats.org/drawingml/2006/main">
              <a:ext uri="{FF2B5EF4-FFF2-40B4-BE49-F238E27FC236}">
                <a16:creationId xmlns:a16="http://schemas.microsoft.com/office/drawing/2014/main" id="{88A7EA45-6C4E-4AA6-8114-A4309D21C0D7}"/>
              </a:ext>
            </a:extLst>
          </p:cNvPr>
          <p:cNvSpPr>
            <a:spLocks xmlns:a="http://schemas.openxmlformats.org/drawingml/2006/main" noGrp="1"/>
          </p:cNvSpPr>
          <p:nvPr/>
        </p:nvSpPr>
        <p:spPr>
          <a:xfrm xmlns:a="http://schemas.openxmlformats.org/drawingml/2006/main">
            <a:off x="2762250" y="6210300"/>
            <a:ext cx="1390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B506C"/>
                </a:solidFill>
                <a:latin typeface="Rubik"/>
                <a:ea typeface="Rubik"/>
                <a:cs typeface="Rubik"/>
              </a:defRPr>
            </a:defPPr>
          </a:lstStyle>
          <a:p xmlns:a="http://schemas.openxmlformats.org/drawingml/2006/main">
            <a:pPr>
              <a:defRPr sz="2250" b="0">
                <a:solidFill>
                  <a:srgbClr val="3B506C"/>
                </a:solidFill>
                <a:latin typeface="Rubik"/>
                <a:ea typeface="Rubik"/>
                <a:cs typeface="Rubik"/>
              </a:defRPr>
            </a:pPr>
            <a:r>
              <a:rPr sz="2250" b="0">
                <a:solidFill>
                  <a:srgbClr val="3B506C"/>
                </a:solidFill>
                <a:latin typeface="Rubik"/>
                <a:ea typeface="Rubik"/>
                <a:cs typeface="Rubik"/>
              </a:rPr>
              <a:t>Predictive models, experimental-design options, PCA, Bayesian methods, and the time-series limitation</a:t>
            </a:r>
          </a:p>
        </p:txBody>
      </p:sp>
      <p:sp>
        <p:nvSpPr>
          <p:cNvPr id="12" name="">
            <a:extLst xmlns:a="http://schemas.openxmlformats.org/drawingml/2006/main">
              <a:ext uri="{FF2B5EF4-FFF2-40B4-BE49-F238E27FC236}">
                <a16:creationId xmlns:a16="http://schemas.microsoft.com/office/drawing/2014/main" id="{EE270F04-FB2F-4181-94DB-DF63748FC3ED}"/>
              </a:ext>
            </a:extLst>
          </p:cNvPr>
          <p:cNvSpPr>
            <a:spLocks xmlns:a="http://schemas.openxmlformats.org/drawingml/2006/main" noGrp="1"/>
          </p:cNvSpPr>
          <p:nvPr/>
        </p:nvSpPr>
        <p:spPr>
          <a:xfrm xmlns:a="http://schemas.openxmlformats.org/drawingml/2006/main">
            <a:off x="1000125" y="6962775"/>
            <a:ext cx="1428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900" b="0">
                <a:solidFill>
                  <a:srgbClr val="0065FF"/>
                </a:solidFill>
                <a:latin typeface="Anton"/>
                <a:ea typeface="Anton"/>
                <a:cs typeface="Anton"/>
              </a:defRPr>
            </a:defPPr>
          </a:lstStyle>
          <a:p xmlns:a="http://schemas.openxmlformats.org/drawingml/2006/main">
            <a:pPr>
              <a:defRPr sz="6900" b="0">
                <a:solidFill>
                  <a:srgbClr val="0065FF"/>
                </a:solidFill>
                <a:latin typeface="Anton"/>
                <a:ea typeface="Anton"/>
                <a:cs typeface="Anton"/>
              </a:defRPr>
            </a:pPr>
            <a:r>
              <a:rPr sz="6900" b="0">
                <a:solidFill>
                  <a:srgbClr val="0065FF"/>
                </a:solidFill>
                <a:latin typeface="Anton"/>
                <a:ea typeface="Anton"/>
                <a:cs typeface="Anton"/>
              </a:rPr>
              <a:t>04</a:t>
            </a:r>
          </a:p>
        </p:txBody>
      </p:sp>
      <p:sp>
        <p:nvSpPr>
          <p:cNvPr id="13" name="">
            <a:extLst xmlns:a="http://schemas.openxmlformats.org/drawingml/2006/main">
              <a:ext uri="{FF2B5EF4-FFF2-40B4-BE49-F238E27FC236}">
                <a16:creationId xmlns:a16="http://schemas.microsoft.com/office/drawing/2014/main" id="{677CFF2E-D802-49D5-A0D0-F9503E0C5320}"/>
              </a:ext>
            </a:extLst>
          </p:cNvPr>
          <p:cNvSpPr>
            <a:spLocks xmlns:a="http://schemas.openxmlformats.org/drawingml/2006/main" noGrp="1"/>
          </p:cNvSpPr>
          <p:nvPr/>
        </p:nvSpPr>
        <p:spPr>
          <a:xfrm xmlns:a="http://schemas.openxmlformats.org/drawingml/2006/main">
            <a:off x="2762250" y="702945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7154D"/>
                </a:solidFill>
                <a:latin typeface="Rubik"/>
                <a:ea typeface="Rubik"/>
                <a:cs typeface="Rubik"/>
              </a:defRPr>
            </a:defPPr>
          </a:lstStyle>
          <a:p xmlns:a="http://schemas.openxmlformats.org/drawingml/2006/main">
            <a:pPr>
              <a:defRPr sz="3225" b="1">
                <a:solidFill>
                  <a:srgbClr val="07154D"/>
                </a:solidFill>
                <a:latin typeface="Rubik"/>
                <a:ea typeface="Rubik"/>
                <a:cs typeface="Rubik"/>
              </a:defRPr>
            </a:pPr>
            <a:r>
              <a:rPr sz="3225" b="1">
                <a:solidFill>
                  <a:srgbClr val="07154D"/>
                </a:solidFill>
                <a:latin typeface="Rubik"/>
                <a:ea typeface="Rubik"/>
                <a:cs typeface="Rubik"/>
              </a:rPr>
              <a:t>Decision support</a:t>
            </a:r>
          </a:p>
        </p:txBody>
      </p:sp>
      <p:sp>
        <p:nvSpPr>
          <p:cNvPr id="14" name="">
            <a:extLst xmlns:a="http://schemas.openxmlformats.org/drawingml/2006/main">
              <a:ext uri="{FF2B5EF4-FFF2-40B4-BE49-F238E27FC236}">
                <a16:creationId xmlns:a16="http://schemas.microsoft.com/office/drawing/2014/main" id="{DA1F7B82-2C87-4011-A4BE-521C82D81250}"/>
              </a:ext>
            </a:extLst>
          </p:cNvPr>
          <p:cNvSpPr>
            <a:spLocks xmlns:a="http://schemas.openxmlformats.org/drawingml/2006/main" noGrp="1"/>
          </p:cNvSpPr>
          <p:nvPr/>
        </p:nvSpPr>
        <p:spPr>
          <a:xfrm xmlns:a="http://schemas.openxmlformats.org/drawingml/2006/main">
            <a:off x="2762250" y="7648575"/>
            <a:ext cx="1390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B506C"/>
                </a:solidFill>
                <a:latin typeface="Rubik"/>
                <a:ea typeface="Rubik"/>
                <a:cs typeface="Rubik"/>
              </a:defRPr>
            </a:defPPr>
          </a:lstStyle>
          <a:p xmlns:a="http://schemas.openxmlformats.org/drawingml/2006/main">
            <a:pPr>
              <a:defRPr sz="2250" b="0">
                <a:solidFill>
                  <a:srgbClr val="3B506C"/>
                </a:solidFill>
                <a:latin typeface="Rubik"/>
                <a:ea typeface="Rubik"/>
                <a:cs typeface="Rubik"/>
              </a:defRPr>
            </a:pPr>
            <a:r>
              <a:rPr sz="2250" b="0">
                <a:solidFill>
                  <a:srgbClr val="3B506C"/>
                </a:solidFill>
                <a:latin typeface="Rubik"/>
                <a:ea typeface="Rubik"/>
                <a:cs typeface="Rubik"/>
              </a:rPr>
              <a:t>Industry innovation proposal, expert-validation status, recommendations, and safeguards</a:t>
            </a:r>
          </a:p>
        </p:txBody>
      </p:sp>
      <p:sp>
        <p:nvSpPr>
          <p:cNvPr id="15" name="">
            <a:extLst xmlns:a="http://schemas.openxmlformats.org/drawingml/2006/main">
              <a:ext uri="{FF2B5EF4-FFF2-40B4-BE49-F238E27FC236}">
                <a16:creationId xmlns:a16="http://schemas.microsoft.com/office/drawing/2014/main" id="{6CDBECEA-6CC7-42EA-9E0F-6DDCEB5CD927}"/>
              </a:ext>
            </a:extLst>
          </p:cNvPr>
          <p:cNvSpPr>
            <a:spLocks xmlns:a="http://schemas.openxmlformats.org/drawingml/2006/main" noGrp="1"/>
          </p:cNvSpPr>
          <p:nvPr/>
        </p:nvSpPr>
        <p:spPr>
          <a:xfrm xmlns:a="http://schemas.openxmlformats.org/drawingml/2006/main">
            <a:off x="17049750" y="9382125"/>
            <a:ext cx="628650" cy="628650"/>
          </a:xfrm>
          <a:prstGeom xmlns:a="http://schemas.openxmlformats.org/drawingml/2006/main" prst="ellipse">
            <a:avLst/>
          </a:prstGeom>
          <a:solidFill xmlns:a="http://schemas.openxmlformats.org/drawingml/2006/main">
            <a:srgbClr val="07154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6764F8C-F087-40F7-81A6-A091685E7B61}"/>
              </a:ext>
            </a:extLst>
          </p:cNvPr>
          <p:cNvSpPr>
            <a:spLocks xmlns:a="http://schemas.openxmlformats.org/drawingml/2006/main" noGrp="1"/>
          </p:cNvSpPr>
          <p:nvPr/>
        </p:nvSpPr>
        <p:spPr>
          <a:xfrm xmlns:a="http://schemas.openxmlformats.org/drawingml/2006/main">
            <a:off x="17049750" y="9467850"/>
            <a:ext cx="628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950" b="1">
                <a:solidFill>
                  <a:srgbClr val="FFFFFF"/>
                </a:solidFill>
                <a:latin typeface="Rubik"/>
                <a:ea typeface="Rubik"/>
                <a:cs typeface="Rubik"/>
              </a:defRPr>
            </a:defPPr>
          </a:lstStyle>
          <a:p xmlns:a="http://schemas.openxmlformats.org/drawingml/2006/main">
            <a:pPr algn="ctr">
              <a:defRPr sz="1950" b="1">
                <a:solidFill>
                  <a:srgbClr val="FFFFFF"/>
                </a:solidFill>
                <a:latin typeface="Rubik"/>
                <a:ea typeface="Rubik"/>
                <a:cs typeface="Rubik"/>
              </a:defRPr>
            </a:pPr>
            <a:r>
              <a:rPr sz="1950" b="1">
                <a:solidFill>
                  <a:srgbClr val="FFFFFF"/>
                </a:solidFill>
                <a:latin typeface="Rubik"/>
                <a:ea typeface="Rubik"/>
                <a:cs typeface="Rubik"/>
              </a:rPr>
              <a:t>3</a:t>
            </a:r>
          </a:p>
        </p:txBody>
      </p:sp>
    </p:spTree>
    <p:extLst>
      <p:ext uri="{BB962C8B-B14F-4D97-AF65-F5344CB8AC3E}">
        <p14:creationId xmlns:p14="http://schemas.microsoft.com/office/powerpoint/2010/main" val="141807595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6F4EB919-8DF8-4EDB-9E04-BD93C90C8A5A}"/>
              </a:ext>
            </a:extLst>
          </p:cNvPr>
          <p:cNvPicPr>
            <a:picLocks xmlns:a="http://schemas.openxmlformats.org/drawingml/2006/main" noChangeAspect="1"/>
          </p:cNvPicPr>
          <p:nvPr/>
        </p:nvPicPr>
        <p:blipFill>
          <a:blip xmlns:r="http://schemas.openxmlformats.org/officeDocument/2006/relationships" xmlns:a="http://schemas.openxmlformats.org/drawingml/2006/main" r:embed="R0a49248d926a402d"/>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8C360B5-1521-49A1-99F8-AC98AD041E78}"/>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FFFFFF"/>
              </a:gs>
              <a:gs pos="67000">
                <a:srgbClr val="FFFFFF">
                  <a:alpha val="94000"/>
                </a:srgbClr>
              </a:gs>
              <a:gs pos="85000">
                <a:srgbClr val="FFFFFF">
                  <a:alpha val="0"/>
                </a:srgbClr>
              </a:gs>
              <a:gs pos="100000">
                <a:srgbClr val="FFFFFF">
                  <a:alpha val="0"/>
                </a:srgbClr>
              </a:gs>
            </a:gsLst>
            <a:lin ang="0"/>
          </a:gra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A997A2A-048A-4A02-BBB5-781F53CDA8C4}"/>
              </a:ext>
            </a:extLst>
          </p:cNvPr>
          <p:cNvSpPr>
            <a:spLocks xmlns:a="http://schemas.openxmlformats.org/drawingml/2006/main" noGrp="1"/>
          </p:cNvSpPr>
          <p:nvPr/>
        </p:nvSpPr>
        <p:spPr>
          <a:xfrm xmlns:a="http://schemas.openxmlformats.org/drawingml/2006/main">
            <a:off x="1000125" y="619125"/>
            <a:ext cx="16192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0">
                <a:solidFill>
                  <a:srgbClr val="07154D"/>
                </a:solidFill>
                <a:latin typeface="Anton"/>
                <a:ea typeface="Anton"/>
                <a:cs typeface="Anton"/>
              </a:defRPr>
            </a:defPPr>
          </a:lstStyle>
          <a:p xmlns:a="http://schemas.openxmlformats.org/drawingml/2006/main">
            <a:pPr>
              <a:defRPr sz="5700" b="0">
                <a:solidFill>
                  <a:srgbClr val="07154D"/>
                </a:solidFill>
                <a:latin typeface="Anton"/>
                <a:ea typeface="Anton"/>
                <a:cs typeface="Anton"/>
              </a:defRPr>
            </a:pPr>
            <a:r>
              <a:rPr sz="5700" b="0">
                <a:solidFill>
                  <a:srgbClr val="07154D"/>
                </a:solidFill>
                <a:latin typeface="Anton"/>
                <a:ea typeface="Anton"/>
                <a:cs typeface="Anton"/>
              </a:rPr>
              <a:t>INDUSTRY PROBLEM &amp;</a:t>
            </a:r>
          </a:p>
          <a:p xmlns:a="http://schemas.openxmlformats.org/drawingml/2006/main">
            <a:pPr>
              <a:defRPr sz="5700" b="0">
                <a:solidFill>
                  <a:srgbClr val="07154D"/>
                </a:solidFill>
                <a:latin typeface="Anton"/>
                <a:ea typeface="Anton"/>
                <a:cs typeface="Anton"/>
              </a:defRPr>
            </a:pPr>
            <a:r>
              <a:rPr sz="5700" b="0">
                <a:solidFill>
                  <a:srgbClr val="07154D"/>
                </a:solidFill>
                <a:latin typeface="Anton"/>
                <a:ea typeface="Anton"/>
                <a:cs typeface="Anton"/>
              </a:rPr>
              <a:t>CONSULTANCY OBJECTIVES</a:t>
            </a:r>
          </a:p>
        </p:txBody>
      </p:sp>
      <p:sp>
        <p:nvSpPr>
          <p:cNvPr id="4" name="">
            <a:extLst xmlns:a="http://schemas.openxmlformats.org/drawingml/2006/main">
              <a:ext uri="{FF2B5EF4-FFF2-40B4-BE49-F238E27FC236}">
                <a16:creationId xmlns:a16="http://schemas.microsoft.com/office/drawing/2014/main" id="{715A95CF-9D26-46EB-8AB0-B089DC6780D6}"/>
              </a:ext>
            </a:extLst>
          </p:cNvPr>
          <p:cNvSpPr>
            <a:spLocks xmlns:a="http://schemas.openxmlformats.org/drawingml/2006/main" noGrp="1"/>
          </p:cNvSpPr>
          <p:nvPr/>
        </p:nvSpPr>
        <p:spPr>
          <a:xfrm xmlns:a="http://schemas.openxmlformats.org/drawingml/2006/main">
            <a:off x="1047750" y="2857500"/>
            <a:ext cx="542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0065FF"/>
                </a:solidFill>
                <a:latin typeface="Rubik"/>
                <a:ea typeface="Rubik"/>
                <a:cs typeface="Rubik"/>
              </a:defRPr>
            </a:defPPr>
          </a:lstStyle>
          <a:p xmlns:a="http://schemas.openxmlformats.org/drawingml/2006/main">
            <a:pPr>
              <a:defRPr sz="2850" b="1">
                <a:solidFill>
                  <a:srgbClr val="0065FF"/>
                </a:solidFill>
                <a:latin typeface="Rubik"/>
                <a:ea typeface="Rubik"/>
                <a:cs typeface="Rubik"/>
              </a:defRPr>
            </a:pPr>
            <a:r>
              <a:rPr sz="2850" b="1">
                <a:solidFill>
                  <a:srgbClr val="0065FF"/>
                </a:solidFill>
                <a:latin typeface="Rubik"/>
                <a:ea typeface="Rubik"/>
                <a:cs typeface="Rubik"/>
              </a:rPr>
              <a:t>Industry problem</a:t>
            </a:r>
          </a:p>
        </p:txBody>
      </p:sp>
      <p:sp>
        <p:nvSpPr>
          <p:cNvPr id="5" name="">
            <a:extLst xmlns:a="http://schemas.openxmlformats.org/drawingml/2006/main">
              <a:ext uri="{FF2B5EF4-FFF2-40B4-BE49-F238E27FC236}">
                <a16:creationId xmlns:a16="http://schemas.microsoft.com/office/drawing/2014/main" id="{294F737C-1942-4605-A662-5186AD32A27A}"/>
              </a:ext>
            </a:extLst>
          </p:cNvPr>
          <p:cNvSpPr>
            <a:spLocks xmlns:a="http://schemas.openxmlformats.org/drawingml/2006/main" noGrp="1"/>
          </p:cNvSpPr>
          <p:nvPr/>
        </p:nvSpPr>
        <p:spPr>
          <a:xfrm xmlns:a="http://schemas.openxmlformats.org/drawingml/2006/main">
            <a:off x="1047750" y="3619500"/>
            <a:ext cx="5334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3B506C"/>
                </a:solidFill>
                <a:latin typeface="Rubik"/>
                <a:ea typeface="Rubik"/>
                <a:cs typeface="Rubik"/>
              </a:defRPr>
            </a:defPPr>
          </a:lstStyle>
          <a:p xmlns:a="http://schemas.openxmlformats.org/drawingml/2006/main">
            <a:pPr>
              <a:defRPr sz="2100" b="0">
                <a:solidFill>
                  <a:srgbClr val="3B506C"/>
                </a:solidFill>
                <a:latin typeface="Rubik"/>
                <a:ea typeface="Rubik"/>
                <a:cs typeface="Rubik"/>
              </a:defRPr>
            </a:pPr>
            <a:r>
              <a:rPr sz="2100" b="0">
                <a:solidFill>
                  <a:srgbClr val="3B506C"/>
                </a:solidFill>
                <a:latin typeface="Rubik"/>
                <a:ea typeface="Rubik"/>
                <a:cs typeface="Rubik"/>
              </a:rPr>
              <a:t>Employee absence affects staffing continuity, workload distribution, productivity, wellbeing, and replacement cost. Management needs evidence about where pressure is concentrated.</a:t>
            </a:r>
          </a:p>
        </p:txBody>
      </p:sp>
      <p:sp>
        <p:nvSpPr>
          <p:cNvPr id="6" name="">
            <a:extLst xmlns:a="http://schemas.openxmlformats.org/drawingml/2006/main">
              <a:ext uri="{FF2B5EF4-FFF2-40B4-BE49-F238E27FC236}">
                <a16:creationId xmlns:a16="http://schemas.microsoft.com/office/drawing/2014/main" id="{853E5479-BEF7-4C07-B0D6-49139FD74417}"/>
              </a:ext>
            </a:extLst>
          </p:cNvPr>
          <p:cNvSpPr>
            <a:spLocks xmlns:a="http://schemas.openxmlformats.org/drawingml/2006/main" noGrp="1"/>
          </p:cNvSpPr>
          <p:nvPr/>
        </p:nvSpPr>
        <p:spPr>
          <a:xfrm xmlns:a="http://schemas.openxmlformats.org/drawingml/2006/main">
            <a:off x="6953250" y="2857500"/>
            <a:ext cx="590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0065FF"/>
                </a:solidFill>
                <a:latin typeface="Rubik"/>
                <a:ea typeface="Rubik"/>
                <a:cs typeface="Rubik"/>
              </a:defRPr>
            </a:defPPr>
          </a:lstStyle>
          <a:p xmlns:a="http://schemas.openxmlformats.org/drawingml/2006/main">
            <a:pPr>
              <a:defRPr sz="2850" b="1">
                <a:solidFill>
                  <a:srgbClr val="0065FF"/>
                </a:solidFill>
                <a:latin typeface="Rubik"/>
                <a:ea typeface="Rubik"/>
                <a:cs typeface="Rubik"/>
              </a:defRPr>
            </a:pPr>
            <a:r>
              <a:rPr sz="2850" b="1">
                <a:solidFill>
                  <a:srgbClr val="0065FF"/>
                </a:solidFill>
                <a:latin typeface="Rubik"/>
                <a:ea typeface="Rubik"/>
                <a:cs typeface="Rubik"/>
              </a:rPr>
              <a:t>Management decision</a:t>
            </a:r>
          </a:p>
        </p:txBody>
      </p:sp>
      <p:sp>
        <p:nvSpPr>
          <p:cNvPr id="7" name="">
            <a:extLst xmlns:a="http://schemas.openxmlformats.org/drawingml/2006/main">
              <a:ext uri="{FF2B5EF4-FFF2-40B4-BE49-F238E27FC236}">
                <a16:creationId xmlns:a16="http://schemas.microsoft.com/office/drawing/2014/main" id="{1B3DD6E0-E51A-4B90-9891-7D70C8E643B0}"/>
              </a:ext>
            </a:extLst>
          </p:cNvPr>
          <p:cNvSpPr>
            <a:spLocks xmlns:a="http://schemas.openxmlformats.org/drawingml/2006/main" noGrp="1"/>
          </p:cNvSpPr>
          <p:nvPr/>
        </p:nvSpPr>
        <p:spPr>
          <a:xfrm xmlns:a="http://schemas.openxmlformats.org/drawingml/2006/main">
            <a:off x="6953250" y="3619500"/>
            <a:ext cx="58102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3B506C"/>
                </a:solidFill>
                <a:latin typeface="Rubik"/>
                <a:ea typeface="Rubik"/>
                <a:cs typeface="Rubik"/>
              </a:defRPr>
            </a:defPPr>
          </a:lstStyle>
          <a:p xmlns:a="http://schemas.openxmlformats.org/drawingml/2006/main">
            <a:pPr>
              <a:defRPr sz="2100" b="0">
                <a:solidFill>
                  <a:srgbClr val="3B506C"/>
                </a:solidFill>
                <a:latin typeface="Rubik"/>
                <a:ea typeface="Rubik"/>
                <a:cs typeface="Rubik"/>
              </a:defRPr>
            </a:pPr>
            <a:r>
              <a:rPr sz="2100" b="0">
                <a:solidFill>
                  <a:srgbClr val="3B506C"/>
                </a:solidFill>
                <a:latin typeface="Rubik"/>
                <a:ea typeface="Rubik"/>
                <a:cs typeface="Rubik"/>
              </a:rPr>
              <a:t>Use aggregated patterns to guide staffing, scheduling, workload reviews, and wellbeing support. Do not use model output as automatic evidence for discipline, dismissal, promotion, or denial of opportunity.</a:t>
            </a:r>
          </a:p>
        </p:txBody>
      </p:sp>
      <p:sp>
        <p:nvSpPr>
          <p:cNvPr id="8" name="">
            <a:extLst xmlns:a="http://schemas.openxmlformats.org/drawingml/2006/main">
              <a:ext uri="{FF2B5EF4-FFF2-40B4-BE49-F238E27FC236}">
                <a16:creationId xmlns:a16="http://schemas.microsoft.com/office/drawing/2014/main" id="{C5ACD57E-6F5E-4B19-9063-1AFC2231B4D6}"/>
              </a:ext>
            </a:extLst>
          </p:cNvPr>
          <p:cNvSpPr>
            <a:spLocks xmlns:a="http://schemas.openxmlformats.org/drawingml/2006/main" noGrp="1"/>
          </p:cNvSpPr>
          <p:nvPr/>
        </p:nvSpPr>
        <p:spPr>
          <a:xfrm xmlns:a="http://schemas.openxmlformats.org/drawingml/2006/main">
            <a:off x="1047750" y="5619750"/>
            <a:ext cx="11906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0065FF"/>
                </a:solidFill>
                <a:latin typeface="Rubik"/>
                <a:ea typeface="Rubik"/>
                <a:cs typeface="Rubik"/>
              </a:defRPr>
            </a:defPPr>
          </a:lstStyle>
          <a:p xmlns:a="http://schemas.openxmlformats.org/drawingml/2006/main">
            <a:pPr>
              <a:defRPr sz="2850" b="1">
                <a:solidFill>
                  <a:srgbClr val="0065FF"/>
                </a:solidFill>
                <a:latin typeface="Rubik"/>
                <a:ea typeface="Rubik"/>
                <a:cs typeface="Rubik"/>
              </a:defRPr>
            </a:pPr>
            <a:r>
              <a:rPr sz="2850" b="1">
                <a:solidFill>
                  <a:srgbClr val="0065FF"/>
                </a:solidFill>
                <a:latin typeface="Rubik"/>
                <a:ea typeface="Rubik"/>
                <a:cs typeface="Rubik"/>
              </a:rPr>
              <a:t>Consultancy objectives</a:t>
            </a:r>
          </a:p>
        </p:txBody>
      </p:sp>
      <p:sp>
        <p:nvSpPr>
          <p:cNvPr id="9" name="">
            <a:extLst xmlns:a="http://schemas.openxmlformats.org/drawingml/2006/main">
              <a:ext uri="{FF2B5EF4-FFF2-40B4-BE49-F238E27FC236}">
                <a16:creationId xmlns:a16="http://schemas.microsoft.com/office/drawing/2014/main" id="{DAD2B9D2-6CF7-4F21-9EFA-21EEE3351C50}"/>
              </a:ext>
            </a:extLst>
          </p:cNvPr>
          <p:cNvSpPr>
            <a:spLocks xmlns:a="http://schemas.openxmlformats.org/drawingml/2006/main" noGrp="1"/>
          </p:cNvSpPr>
          <p:nvPr/>
        </p:nvSpPr>
        <p:spPr>
          <a:xfrm xmlns:a="http://schemas.openxmlformats.org/drawingml/2006/main">
            <a:off x="1047750" y="6286500"/>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0065FF"/>
                </a:solidFill>
                <a:latin typeface="Anton"/>
                <a:ea typeface="Anton"/>
                <a:cs typeface="Anton"/>
              </a:defRPr>
            </a:defPPr>
          </a:lstStyle>
          <a:p xmlns:a="http://schemas.openxmlformats.org/drawingml/2006/main">
            <a:pPr>
              <a:defRPr sz="2550" b="0">
                <a:solidFill>
                  <a:srgbClr val="0065FF"/>
                </a:solidFill>
                <a:latin typeface="Anton"/>
                <a:ea typeface="Anton"/>
                <a:cs typeface="Anton"/>
              </a:defRPr>
            </a:pPr>
            <a:r>
              <a:rPr sz="2550" b="0">
                <a:solidFill>
                  <a:srgbClr val="0065FF"/>
                </a:solidFill>
                <a:latin typeface="Anton"/>
                <a:ea typeface="Anton"/>
                <a:cs typeface="Anton"/>
              </a:rPr>
              <a:t>01</a:t>
            </a:r>
          </a:p>
        </p:txBody>
      </p:sp>
      <p:sp>
        <p:nvSpPr>
          <p:cNvPr id="10" name="">
            <a:extLst xmlns:a="http://schemas.openxmlformats.org/drawingml/2006/main">
              <a:ext uri="{FF2B5EF4-FFF2-40B4-BE49-F238E27FC236}">
                <a16:creationId xmlns:a16="http://schemas.microsoft.com/office/drawing/2014/main" id="{0DAFC5B9-6BFB-4C68-BAA4-888E56776B43}"/>
              </a:ext>
            </a:extLst>
          </p:cNvPr>
          <p:cNvSpPr>
            <a:spLocks xmlns:a="http://schemas.openxmlformats.org/drawingml/2006/main" noGrp="1"/>
          </p:cNvSpPr>
          <p:nvPr/>
        </p:nvSpPr>
        <p:spPr>
          <a:xfrm xmlns:a="http://schemas.openxmlformats.org/drawingml/2006/main">
            <a:off x="1762125" y="6286500"/>
            <a:ext cx="476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7154D"/>
                </a:solidFill>
                <a:latin typeface="Rubik"/>
                <a:ea typeface="Rubik"/>
                <a:cs typeface="Rubik"/>
              </a:defRPr>
            </a:defPPr>
          </a:lstStyle>
          <a:p xmlns:a="http://schemas.openxmlformats.org/drawingml/2006/main">
            <a:pPr>
              <a:defRPr sz="1875" b="0">
                <a:solidFill>
                  <a:srgbClr val="07154D"/>
                </a:solidFill>
                <a:latin typeface="Rubik"/>
                <a:ea typeface="Rubik"/>
                <a:cs typeface="Rubik"/>
              </a:defRPr>
            </a:pPr>
            <a:r>
              <a:rPr sz="1875" b="0">
                <a:solidFill>
                  <a:srgbClr val="07154D"/>
                </a:solidFill>
                <a:latin typeface="Rubik"/>
                <a:ea typeface="Rubik"/>
                <a:cs typeface="Rubik"/>
              </a:rPr>
              <a:t>Audit data quality and define the outcome</a:t>
            </a:r>
          </a:p>
        </p:txBody>
      </p:sp>
      <p:sp>
        <p:nvSpPr>
          <p:cNvPr id="11" name="">
            <a:extLst xmlns:a="http://schemas.openxmlformats.org/drawingml/2006/main">
              <a:ext uri="{FF2B5EF4-FFF2-40B4-BE49-F238E27FC236}">
                <a16:creationId xmlns:a16="http://schemas.microsoft.com/office/drawing/2014/main" id="{A6152F09-7182-4C1F-91B9-4F3F578819E9}"/>
              </a:ext>
            </a:extLst>
          </p:cNvPr>
          <p:cNvSpPr>
            <a:spLocks xmlns:a="http://schemas.openxmlformats.org/drawingml/2006/main" noGrp="1"/>
          </p:cNvSpPr>
          <p:nvPr/>
        </p:nvSpPr>
        <p:spPr>
          <a:xfrm xmlns:a="http://schemas.openxmlformats.org/drawingml/2006/main">
            <a:off x="1047750" y="6877050"/>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0065FF"/>
                </a:solidFill>
                <a:latin typeface="Anton"/>
                <a:ea typeface="Anton"/>
                <a:cs typeface="Anton"/>
              </a:defRPr>
            </a:defPPr>
          </a:lstStyle>
          <a:p xmlns:a="http://schemas.openxmlformats.org/drawingml/2006/main">
            <a:pPr>
              <a:defRPr sz="2550" b="0">
                <a:solidFill>
                  <a:srgbClr val="0065FF"/>
                </a:solidFill>
                <a:latin typeface="Anton"/>
                <a:ea typeface="Anton"/>
                <a:cs typeface="Anton"/>
              </a:defRPr>
            </a:pPr>
            <a:r>
              <a:rPr sz="2550" b="0">
                <a:solidFill>
                  <a:srgbClr val="0065FF"/>
                </a:solidFill>
                <a:latin typeface="Anton"/>
                <a:ea typeface="Anton"/>
                <a:cs typeface="Anton"/>
              </a:rPr>
              <a:t>02</a:t>
            </a:r>
          </a:p>
        </p:txBody>
      </p:sp>
      <p:sp>
        <p:nvSpPr>
          <p:cNvPr id="12" name="">
            <a:extLst xmlns:a="http://schemas.openxmlformats.org/drawingml/2006/main">
              <a:ext uri="{FF2B5EF4-FFF2-40B4-BE49-F238E27FC236}">
                <a16:creationId xmlns:a16="http://schemas.microsoft.com/office/drawing/2014/main" id="{447A5141-3158-44EB-A63C-B4361185C9AB}"/>
              </a:ext>
            </a:extLst>
          </p:cNvPr>
          <p:cNvSpPr>
            <a:spLocks xmlns:a="http://schemas.openxmlformats.org/drawingml/2006/main" noGrp="1"/>
          </p:cNvSpPr>
          <p:nvPr/>
        </p:nvSpPr>
        <p:spPr>
          <a:xfrm xmlns:a="http://schemas.openxmlformats.org/drawingml/2006/main">
            <a:off x="1762125" y="6877050"/>
            <a:ext cx="476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7154D"/>
                </a:solidFill>
                <a:latin typeface="Rubik"/>
                <a:ea typeface="Rubik"/>
                <a:cs typeface="Rubik"/>
              </a:defRPr>
            </a:defPPr>
          </a:lstStyle>
          <a:p xmlns:a="http://schemas.openxmlformats.org/drawingml/2006/main">
            <a:pPr>
              <a:defRPr sz="1875" b="0">
                <a:solidFill>
                  <a:srgbClr val="07154D"/>
                </a:solidFill>
                <a:latin typeface="Rubik"/>
                <a:ea typeface="Rubik"/>
                <a:cs typeface="Rubik"/>
              </a:defRPr>
            </a:pPr>
            <a:r>
              <a:rPr sz="1875" b="0">
                <a:solidFill>
                  <a:srgbClr val="07154D"/>
                </a:solidFill>
                <a:latin typeface="Rubik"/>
                <a:ea typeface="Rubik"/>
                <a:cs typeface="Rubik"/>
              </a:rPr>
              <a:t>Describe distribution and relationships</a:t>
            </a:r>
          </a:p>
        </p:txBody>
      </p:sp>
      <p:sp>
        <p:nvSpPr>
          <p:cNvPr id="13" name="">
            <a:extLst xmlns:a="http://schemas.openxmlformats.org/drawingml/2006/main">
              <a:ext uri="{FF2B5EF4-FFF2-40B4-BE49-F238E27FC236}">
                <a16:creationId xmlns:a16="http://schemas.microsoft.com/office/drawing/2014/main" id="{EF3AE2B6-CBF0-43DA-BE83-3239E5A88DCC}"/>
              </a:ext>
            </a:extLst>
          </p:cNvPr>
          <p:cNvSpPr>
            <a:spLocks xmlns:a="http://schemas.openxmlformats.org/drawingml/2006/main" noGrp="1"/>
          </p:cNvSpPr>
          <p:nvPr/>
        </p:nvSpPr>
        <p:spPr>
          <a:xfrm xmlns:a="http://schemas.openxmlformats.org/drawingml/2006/main">
            <a:off x="1047750" y="7467600"/>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0065FF"/>
                </a:solidFill>
                <a:latin typeface="Anton"/>
                <a:ea typeface="Anton"/>
                <a:cs typeface="Anton"/>
              </a:defRPr>
            </a:defPPr>
          </a:lstStyle>
          <a:p xmlns:a="http://schemas.openxmlformats.org/drawingml/2006/main">
            <a:pPr>
              <a:defRPr sz="2550" b="0">
                <a:solidFill>
                  <a:srgbClr val="0065FF"/>
                </a:solidFill>
                <a:latin typeface="Anton"/>
                <a:ea typeface="Anton"/>
                <a:cs typeface="Anton"/>
              </a:defRPr>
            </a:pPr>
            <a:r>
              <a:rPr sz="2550" b="0">
                <a:solidFill>
                  <a:srgbClr val="0065FF"/>
                </a:solidFill>
                <a:latin typeface="Anton"/>
                <a:ea typeface="Anton"/>
                <a:cs typeface="Anton"/>
              </a:rPr>
              <a:t>03</a:t>
            </a:r>
          </a:p>
        </p:txBody>
      </p:sp>
      <p:sp>
        <p:nvSpPr>
          <p:cNvPr id="14" name="">
            <a:extLst xmlns:a="http://schemas.openxmlformats.org/drawingml/2006/main">
              <a:ext uri="{FF2B5EF4-FFF2-40B4-BE49-F238E27FC236}">
                <a16:creationId xmlns:a16="http://schemas.microsoft.com/office/drawing/2014/main" id="{0BC60D28-2446-4446-8D9F-3F876FC6AC00}"/>
              </a:ext>
            </a:extLst>
          </p:cNvPr>
          <p:cNvSpPr>
            <a:spLocks xmlns:a="http://schemas.openxmlformats.org/drawingml/2006/main" noGrp="1"/>
          </p:cNvSpPr>
          <p:nvPr/>
        </p:nvSpPr>
        <p:spPr>
          <a:xfrm xmlns:a="http://schemas.openxmlformats.org/drawingml/2006/main">
            <a:off x="1762125" y="7467600"/>
            <a:ext cx="476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7154D"/>
                </a:solidFill>
                <a:latin typeface="Rubik"/>
                <a:ea typeface="Rubik"/>
                <a:cs typeface="Rubik"/>
              </a:defRPr>
            </a:defPPr>
          </a:lstStyle>
          <a:p xmlns:a="http://schemas.openxmlformats.org/drawingml/2006/main">
            <a:pPr>
              <a:defRPr sz="1875" b="0">
                <a:solidFill>
                  <a:srgbClr val="07154D"/>
                </a:solidFill>
                <a:latin typeface="Rubik"/>
                <a:ea typeface="Rubik"/>
                <a:cs typeface="Rubik"/>
              </a:defRPr>
            </a:pPr>
            <a:r>
              <a:rPr sz="1875" b="0">
                <a:solidFill>
                  <a:srgbClr val="07154D"/>
                </a:solidFill>
                <a:latin typeface="Rubik"/>
                <a:ea typeface="Rubik"/>
                <a:cs typeface="Rubik"/>
              </a:rPr>
              <a:t>Test group differences with robust methods</a:t>
            </a:r>
          </a:p>
        </p:txBody>
      </p:sp>
      <p:sp>
        <p:nvSpPr>
          <p:cNvPr id="15" name="">
            <a:extLst xmlns:a="http://schemas.openxmlformats.org/drawingml/2006/main">
              <a:ext uri="{FF2B5EF4-FFF2-40B4-BE49-F238E27FC236}">
                <a16:creationId xmlns:a16="http://schemas.microsoft.com/office/drawing/2014/main" id="{7A9BD51C-6375-4E02-AFED-55230A18DF91}"/>
              </a:ext>
            </a:extLst>
          </p:cNvPr>
          <p:cNvSpPr>
            <a:spLocks xmlns:a="http://schemas.openxmlformats.org/drawingml/2006/main" noGrp="1"/>
          </p:cNvSpPr>
          <p:nvPr/>
        </p:nvSpPr>
        <p:spPr>
          <a:xfrm xmlns:a="http://schemas.openxmlformats.org/drawingml/2006/main">
            <a:off x="6953250" y="6286500"/>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0065FF"/>
                </a:solidFill>
                <a:latin typeface="Anton"/>
                <a:ea typeface="Anton"/>
                <a:cs typeface="Anton"/>
              </a:defRPr>
            </a:defPPr>
          </a:lstStyle>
          <a:p xmlns:a="http://schemas.openxmlformats.org/drawingml/2006/main">
            <a:pPr>
              <a:defRPr sz="2550" b="0">
                <a:solidFill>
                  <a:srgbClr val="0065FF"/>
                </a:solidFill>
                <a:latin typeface="Anton"/>
                <a:ea typeface="Anton"/>
                <a:cs typeface="Anton"/>
              </a:defRPr>
            </a:pPr>
            <a:r>
              <a:rPr sz="2550" b="0">
                <a:solidFill>
                  <a:srgbClr val="0065FF"/>
                </a:solidFill>
                <a:latin typeface="Anton"/>
                <a:ea typeface="Anton"/>
                <a:cs typeface="Anton"/>
              </a:rPr>
              <a:t>04</a:t>
            </a:r>
          </a:p>
        </p:txBody>
      </p:sp>
      <p:sp>
        <p:nvSpPr>
          <p:cNvPr id="16" name="">
            <a:extLst xmlns:a="http://schemas.openxmlformats.org/drawingml/2006/main">
              <a:ext uri="{FF2B5EF4-FFF2-40B4-BE49-F238E27FC236}">
                <a16:creationId xmlns:a16="http://schemas.microsoft.com/office/drawing/2014/main" id="{A736E637-0E86-45E5-93DF-DD47F4716382}"/>
              </a:ext>
            </a:extLst>
          </p:cNvPr>
          <p:cNvSpPr>
            <a:spLocks xmlns:a="http://schemas.openxmlformats.org/drawingml/2006/main" noGrp="1"/>
          </p:cNvSpPr>
          <p:nvPr/>
        </p:nvSpPr>
        <p:spPr>
          <a:xfrm xmlns:a="http://schemas.openxmlformats.org/drawingml/2006/main">
            <a:off x="7667625" y="6286500"/>
            <a:ext cx="476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7154D"/>
                </a:solidFill>
                <a:latin typeface="Rubik"/>
                <a:ea typeface="Rubik"/>
                <a:cs typeface="Rubik"/>
              </a:defRPr>
            </a:defPPr>
          </a:lstStyle>
          <a:p xmlns:a="http://schemas.openxmlformats.org/drawingml/2006/main">
            <a:pPr>
              <a:defRPr sz="1875" b="0">
                <a:solidFill>
                  <a:srgbClr val="07154D"/>
                </a:solidFill>
                <a:latin typeface="Rubik"/>
                <a:ea typeface="Rubik"/>
                <a:cs typeface="Rubik"/>
              </a:defRPr>
            </a:pPr>
            <a:r>
              <a:rPr sz="1875" b="0">
                <a:solidFill>
                  <a:srgbClr val="07154D"/>
                </a:solidFill>
                <a:latin typeface="Rubik"/>
                <a:ea typeface="Rubik"/>
                <a:cs typeface="Rubik"/>
              </a:rPr>
              <a:t>Compare interpretable and regularised models</a:t>
            </a:r>
          </a:p>
        </p:txBody>
      </p:sp>
      <p:sp>
        <p:nvSpPr>
          <p:cNvPr id="17" name="">
            <a:extLst xmlns:a="http://schemas.openxmlformats.org/drawingml/2006/main">
              <a:ext uri="{FF2B5EF4-FFF2-40B4-BE49-F238E27FC236}">
                <a16:creationId xmlns:a16="http://schemas.microsoft.com/office/drawing/2014/main" id="{03548E69-01E0-4F9A-B3A5-9725CDBEFBCE}"/>
              </a:ext>
            </a:extLst>
          </p:cNvPr>
          <p:cNvSpPr>
            <a:spLocks xmlns:a="http://schemas.openxmlformats.org/drawingml/2006/main" noGrp="1"/>
          </p:cNvSpPr>
          <p:nvPr/>
        </p:nvSpPr>
        <p:spPr>
          <a:xfrm xmlns:a="http://schemas.openxmlformats.org/drawingml/2006/main">
            <a:off x="6953250" y="6877050"/>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0065FF"/>
                </a:solidFill>
                <a:latin typeface="Anton"/>
                <a:ea typeface="Anton"/>
                <a:cs typeface="Anton"/>
              </a:defRPr>
            </a:defPPr>
          </a:lstStyle>
          <a:p xmlns:a="http://schemas.openxmlformats.org/drawingml/2006/main">
            <a:pPr>
              <a:defRPr sz="2550" b="0">
                <a:solidFill>
                  <a:srgbClr val="0065FF"/>
                </a:solidFill>
                <a:latin typeface="Anton"/>
                <a:ea typeface="Anton"/>
                <a:cs typeface="Anton"/>
              </a:defRPr>
            </a:pPr>
            <a:r>
              <a:rPr sz="2550" b="0">
                <a:solidFill>
                  <a:srgbClr val="0065FF"/>
                </a:solidFill>
                <a:latin typeface="Anton"/>
                <a:ea typeface="Anton"/>
                <a:cs typeface="Anton"/>
              </a:rPr>
              <a:t>05</a:t>
            </a:r>
          </a:p>
        </p:txBody>
      </p:sp>
      <p:sp>
        <p:nvSpPr>
          <p:cNvPr id="18" name="">
            <a:extLst xmlns:a="http://schemas.openxmlformats.org/drawingml/2006/main">
              <a:ext uri="{FF2B5EF4-FFF2-40B4-BE49-F238E27FC236}">
                <a16:creationId xmlns:a16="http://schemas.microsoft.com/office/drawing/2014/main" id="{48FFE5E6-FA59-470E-A805-5247B37DEB68}"/>
              </a:ext>
            </a:extLst>
          </p:cNvPr>
          <p:cNvSpPr>
            <a:spLocks xmlns:a="http://schemas.openxmlformats.org/drawingml/2006/main" noGrp="1"/>
          </p:cNvSpPr>
          <p:nvPr/>
        </p:nvSpPr>
        <p:spPr>
          <a:xfrm xmlns:a="http://schemas.openxmlformats.org/drawingml/2006/main">
            <a:off x="7667625" y="6877050"/>
            <a:ext cx="476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7154D"/>
                </a:solidFill>
                <a:latin typeface="Rubik"/>
                <a:ea typeface="Rubik"/>
                <a:cs typeface="Rubik"/>
              </a:defRPr>
            </a:defPPr>
          </a:lstStyle>
          <a:p xmlns:a="http://schemas.openxmlformats.org/drawingml/2006/main">
            <a:pPr>
              <a:defRPr sz="1875" b="0">
                <a:solidFill>
                  <a:srgbClr val="07154D"/>
                </a:solidFill>
                <a:latin typeface="Rubik"/>
                <a:ea typeface="Rubik"/>
                <a:cs typeface="Rubik"/>
              </a:defRPr>
            </a:pPr>
            <a:r>
              <a:rPr sz="1875" b="0">
                <a:solidFill>
                  <a:srgbClr val="07154D"/>
                </a:solidFill>
                <a:latin typeface="Rubik"/>
                <a:ea typeface="Rubik"/>
                <a:cs typeface="Rubik"/>
              </a:rPr>
              <a:t>Evaluate advanced methods and propose ethical decision support</a:t>
            </a:r>
          </a:p>
        </p:txBody>
      </p:sp>
      <p:sp>
        <p:nvSpPr>
          <p:cNvPr id="19" name="">
            <a:extLst xmlns:a="http://schemas.openxmlformats.org/drawingml/2006/main">
              <a:ext uri="{FF2B5EF4-FFF2-40B4-BE49-F238E27FC236}">
                <a16:creationId xmlns:a16="http://schemas.microsoft.com/office/drawing/2014/main" id="{04656185-97CF-46B0-AF8E-1CF64BEAB4A7}"/>
              </a:ext>
            </a:extLst>
          </p:cNvPr>
          <p:cNvSpPr>
            <a:spLocks xmlns:a="http://schemas.openxmlformats.org/drawingml/2006/main" noGrp="1"/>
          </p:cNvSpPr>
          <p:nvPr/>
        </p:nvSpPr>
        <p:spPr>
          <a:xfrm xmlns:a="http://schemas.openxmlformats.org/drawingml/2006/main">
            <a:off x="17049750" y="9382125"/>
            <a:ext cx="628650" cy="628650"/>
          </a:xfrm>
          <a:prstGeom xmlns:a="http://schemas.openxmlformats.org/drawingml/2006/main" prst="ellipse">
            <a:avLst/>
          </a:prstGeom>
          <a:solidFill xmlns:a="http://schemas.openxmlformats.org/drawingml/2006/main">
            <a:srgbClr val="07154D"/>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8507B64-BB93-4EFA-9E79-5DDC2615F5E2}"/>
              </a:ext>
            </a:extLst>
          </p:cNvPr>
          <p:cNvSpPr>
            <a:spLocks xmlns:a="http://schemas.openxmlformats.org/drawingml/2006/main" noGrp="1"/>
          </p:cNvSpPr>
          <p:nvPr/>
        </p:nvSpPr>
        <p:spPr>
          <a:xfrm xmlns:a="http://schemas.openxmlformats.org/drawingml/2006/main">
            <a:off x="17049750" y="9467850"/>
            <a:ext cx="628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950" b="1">
                <a:solidFill>
                  <a:srgbClr val="FFFFFF"/>
                </a:solidFill>
                <a:latin typeface="Rubik"/>
                <a:ea typeface="Rubik"/>
                <a:cs typeface="Rubik"/>
              </a:defRPr>
            </a:defPPr>
          </a:lstStyle>
          <a:p xmlns:a="http://schemas.openxmlformats.org/drawingml/2006/main">
            <a:pPr algn="ctr">
              <a:defRPr sz="1950" b="1">
                <a:solidFill>
                  <a:srgbClr val="FFFFFF"/>
                </a:solidFill>
                <a:latin typeface="Rubik"/>
                <a:ea typeface="Rubik"/>
                <a:cs typeface="Rubik"/>
              </a:defRPr>
            </a:pPr>
            <a:r>
              <a:rPr sz="1950" b="1">
                <a:solidFill>
                  <a:srgbClr val="FFFFFF"/>
                </a:solidFill>
                <a:latin typeface="Rubik"/>
                <a:ea typeface="Rubik"/>
                <a:cs typeface="Rubik"/>
              </a:rPr>
              <a:t>4</a:t>
            </a:r>
          </a:p>
        </p:txBody>
      </p:sp>
    </p:spTree>
    <p:extLst>
      <p:ext uri="{BB962C8B-B14F-4D97-AF65-F5344CB8AC3E}">
        <p14:creationId xmlns:p14="http://schemas.microsoft.com/office/powerpoint/2010/main" val="15235588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D0C4E308-BB2E-4A45-9D2C-942A12576FCD}"/>
              </a:ext>
            </a:extLst>
          </p:cNvPr>
          <p:cNvPicPr>
            <a:picLocks xmlns:a="http://schemas.openxmlformats.org/drawingml/2006/main" noChangeAspect="1"/>
          </p:cNvPicPr>
          <p:nvPr/>
        </p:nvPicPr>
        <p:blipFill>
          <a:blip xmlns:r="http://schemas.openxmlformats.org/officeDocument/2006/relationships" xmlns:a="http://schemas.openxmlformats.org/drawingml/2006/main" r:embed="R08af2370514c4338"/>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E0C8C00-AE94-4A0E-8947-82ABB1B68E6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FFFFFF"/>
              </a:gs>
              <a:gs pos="67000">
                <a:srgbClr val="FFFFFF">
                  <a:alpha val="94000"/>
                </a:srgbClr>
              </a:gs>
              <a:gs pos="85000">
                <a:srgbClr val="FFFFFF">
                  <a:alpha val="0"/>
                </a:srgbClr>
              </a:gs>
              <a:gs pos="100000">
                <a:srgbClr val="FFFFFF">
                  <a:alpha val="0"/>
                </a:srgbClr>
              </a:gs>
            </a:gsLst>
            <a:lin ang="0"/>
          </a:gra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9C1EDB0-F13D-403E-9FB8-2D0D919DE72F}"/>
              </a:ext>
            </a:extLst>
          </p:cNvPr>
          <p:cNvSpPr>
            <a:spLocks xmlns:a="http://schemas.openxmlformats.org/drawingml/2006/main" noGrp="1"/>
          </p:cNvSpPr>
          <p:nvPr/>
        </p:nvSpPr>
        <p:spPr>
          <a:xfrm xmlns:a="http://schemas.openxmlformats.org/drawingml/2006/main">
            <a:off x="1000125" y="619125"/>
            <a:ext cx="13811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0">
                <a:solidFill>
                  <a:srgbClr val="07154D"/>
                </a:solidFill>
                <a:latin typeface="Anton"/>
                <a:ea typeface="Anton"/>
                <a:cs typeface="Anton"/>
              </a:defRPr>
            </a:defPPr>
          </a:lstStyle>
          <a:p xmlns:a="http://schemas.openxmlformats.org/drawingml/2006/main">
            <a:pPr>
              <a:defRPr sz="5700" b="0">
                <a:solidFill>
                  <a:srgbClr val="07154D"/>
                </a:solidFill>
                <a:latin typeface="Anton"/>
                <a:ea typeface="Anton"/>
                <a:cs typeface="Anton"/>
              </a:defRPr>
            </a:pPr>
            <a:r>
              <a:rPr sz="5700" b="0">
                <a:solidFill>
                  <a:srgbClr val="07154D"/>
                </a:solidFill>
                <a:latin typeface="Anton"/>
                <a:ea typeface="Anton"/>
                <a:cs typeface="Anton"/>
              </a:rPr>
              <a:t>RESEARCH LANDSCAPE &amp;</a:t>
            </a:r>
          </a:p>
          <a:p xmlns:a="http://schemas.openxmlformats.org/drawingml/2006/main">
            <a:pPr>
              <a:defRPr sz="5700" b="0">
                <a:solidFill>
                  <a:srgbClr val="07154D"/>
                </a:solidFill>
                <a:latin typeface="Anton"/>
                <a:ea typeface="Anton"/>
                <a:cs typeface="Anton"/>
              </a:defRPr>
            </a:pPr>
            <a:r>
              <a:rPr sz="5700" b="0">
                <a:solidFill>
                  <a:srgbClr val="07154D"/>
                </a:solidFill>
                <a:latin typeface="Anton"/>
                <a:ea typeface="Anton"/>
                <a:cs typeface="Anton"/>
              </a:rPr>
              <a:t>RESEARCH GAP</a:t>
            </a:r>
          </a:p>
        </p:txBody>
      </p:sp>
      <p:sp>
        <p:nvSpPr>
          <p:cNvPr id="4" name="">
            <a:extLst xmlns:a="http://schemas.openxmlformats.org/drawingml/2006/main">
              <a:ext uri="{FF2B5EF4-FFF2-40B4-BE49-F238E27FC236}">
                <a16:creationId xmlns:a16="http://schemas.microsoft.com/office/drawing/2014/main" id="{0033CBCF-2A94-432E-8781-4DC446E7B50B}"/>
              </a:ext>
            </a:extLst>
          </p:cNvPr>
          <p:cNvSpPr>
            <a:spLocks xmlns:a="http://schemas.openxmlformats.org/drawingml/2006/main" noGrp="1"/>
          </p:cNvSpPr>
          <p:nvPr/>
        </p:nvSpPr>
        <p:spPr>
          <a:xfrm xmlns:a="http://schemas.openxmlformats.org/drawingml/2006/main">
            <a:off x="1047750" y="2857500"/>
            <a:ext cx="5524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0065FF"/>
                </a:solidFill>
                <a:latin typeface="Rubik"/>
                <a:ea typeface="Rubik"/>
                <a:cs typeface="Rubik"/>
              </a:defRPr>
            </a:defPPr>
          </a:lstStyle>
          <a:p xmlns:a="http://schemas.openxmlformats.org/drawingml/2006/main">
            <a:pPr>
              <a:defRPr sz="2850" b="1">
                <a:solidFill>
                  <a:srgbClr val="0065FF"/>
                </a:solidFill>
                <a:latin typeface="Rubik"/>
                <a:ea typeface="Rubik"/>
                <a:cs typeface="Rubik"/>
              </a:defRPr>
            </a:pPr>
            <a:r>
              <a:rPr sz="2850" b="1">
                <a:solidFill>
                  <a:srgbClr val="0065FF"/>
                </a:solidFill>
                <a:latin typeface="Rubik"/>
                <a:ea typeface="Rubik"/>
                <a:cs typeface="Rubik"/>
              </a:rPr>
              <a:t>Evidence reviewed</a:t>
            </a:r>
          </a:p>
        </p:txBody>
      </p:sp>
      <p:sp>
        <p:nvSpPr>
          <p:cNvPr id="5" name="">
            <a:extLst xmlns:a="http://schemas.openxmlformats.org/drawingml/2006/main">
              <a:ext uri="{FF2B5EF4-FFF2-40B4-BE49-F238E27FC236}">
                <a16:creationId xmlns:a16="http://schemas.microsoft.com/office/drawing/2014/main" id="{55AC75A0-5EC2-4454-8884-61B6305FF4E6}"/>
              </a:ext>
            </a:extLst>
          </p:cNvPr>
          <p:cNvSpPr>
            <a:spLocks xmlns:a="http://schemas.openxmlformats.org/drawingml/2006/main" noGrp="1"/>
          </p:cNvSpPr>
          <p:nvPr/>
        </p:nvSpPr>
        <p:spPr>
          <a:xfrm xmlns:a="http://schemas.openxmlformats.org/drawingml/2006/main">
            <a:off x="1047750" y="3619500"/>
            <a:ext cx="5429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3B506C"/>
                </a:solidFill>
                <a:latin typeface="Rubik"/>
                <a:ea typeface="Rubik"/>
                <a:cs typeface="Rubik"/>
              </a:defRPr>
            </a:defPPr>
          </a:lstStyle>
          <a:p xmlns:a="http://schemas.openxmlformats.org/drawingml/2006/main">
            <a:pPr>
              <a:defRPr sz="2100" b="0">
                <a:solidFill>
                  <a:srgbClr val="3B506C"/>
                </a:solidFill>
                <a:latin typeface="Rubik"/>
                <a:ea typeface="Rubik"/>
                <a:cs typeface="Rubik"/>
              </a:defRPr>
            </a:pPr>
            <a:r>
              <a:rPr sz="2100" b="0">
                <a:solidFill>
                  <a:srgbClr val="3B506C"/>
                </a:solidFill>
                <a:latin typeface="Rubik"/>
                <a:ea typeface="Rubik"/>
                <a:cs typeface="Rubik"/>
              </a:rPr>
              <a:t>The supplied literature set contains 18 papers covering absenteeism determinants, occupational health, manufacturing, prediction, decision support, and workplace interventions.</a:t>
            </a:r>
          </a:p>
        </p:txBody>
      </p:sp>
      <p:sp>
        <p:nvSpPr>
          <p:cNvPr id="6" name="">
            <a:extLst xmlns:a="http://schemas.openxmlformats.org/drawingml/2006/main">
              <a:ext uri="{FF2B5EF4-FFF2-40B4-BE49-F238E27FC236}">
                <a16:creationId xmlns:a16="http://schemas.microsoft.com/office/drawing/2014/main" id="{BAB0F349-AAFD-48F7-9D2D-AA6EDF7621B3}"/>
              </a:ext>
            </a:extLst>
          </p:cNvPr>
          <p:cNvSpPr>
            <a:spLocks xmlns:a="http://schemas.openxmlformats.org/drawingml/2006/main" noGrp="1"/>
          </p:cNvSpPr>
          <p:nvPr/>
        </p:nvSpPr>
        <p:spPr>
          <a:xfrm xmlns:a="http://schemas.openxmlformats.org/drawingml/2006/main">
            <a:off x="6953250" y="2857500"/>
            <a:ext cx="609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0065FF"/>
                </a:solidFill>
                <a:latin typeface="Rubik"/>
                <a:ea typeface="Rubik"/>
                <a:cs typeface="Rubik"/>
              </a:defRPr>
            </a:defPPr>
          </a:lstStyle>
          <a:p xmlns:a="http://schemas.openxmlformats.org/drawingml/2006/main">
            <a:pPr>
              <a:defRPr sz="2850" b="1">
                <a:solidFill>
                  <a:srgbClr val="0065FF"/>
                </a:solidFill>
                <a:latin typeface="Rubik"/>
                <a:ea typeface="Rubik"/>
                <a:cs typeface="Rubik"/>
              </a:defRPr>
            </a:pPr>
            <a:r>
              <a:rPr sz="2850" b="1">
                <a:solidFill>
                  <a:srgbClr val="0065FF"/>
                </a:solidFill>
                <a:latin typeface="Rubik"/>
                <a:ea typeface="Rubik"/>
                <a:cs typeface="Rubik"/>
              </a:rPr>
              <a:t>What research supports</a:t>
            </a:r>
          </a:p>
        </p:txBody>
      </p:sp>
      <p:sp>
        <p:nvSpPr>
          <p:cNvPr id="7" name="">
            <a:extLst xmlns:a="http://schemas.openxmlformats.org/drawingml/2006/main">
              <a:ext uri="{FF2B5EF4-FFF2-40B4-BE49-F238E27FC236}">
                <a16:creationId xmlns:a16="http://schemas.microsoft.com/office/drawing/2014/main" id="{848EA4BB-7272-4746-B09A-951A558F60F8}"/>
              </a:ext>
            </a:extLst>
          </p:cNvPr>
          <p:cNvSpPr>
            <a:spLocks xmlns:a="http://schemas.openxmlformats.org/drawingml/2006/main" noGrp="1"/>
          </p:cNvSpPr>
          <p:nvPr/>
        </p:nvSpPr>
        <p:spPr>
          <a:xfrm xmlns:a="http://schemas.openxmlformats.org/drawingml/2006/main">
            <a:off x="6953250" y="3619500"/>
            <a:ext cx="5810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3B506C"/>
                </a:solidFill>
                <a:latin typeface="Rubik"/>
                <a:ea typeface="Rubik"/>
                <a:cs typeface="Rubik"/>
              </a:defRPr>
            </a:defPPr>
          </a:lstStyle>
          <a:p xmlns:a="http://schemas.openxmlformats.org/drawingml/2006/main">
            <a:pPr>
              <a:defRPr sz="2100" b="0">
                <a:solidFill>
                  <a:srgbClr val="3B506C"/>
                </a:solidFill>
                <a:latin typeface="Rubik"/>
                <a:ea typeface="Rubik"/>
                <a:cs typeface="Rubik"/>
              </a:defRPr>
            </a:pPr>
            <a:r>
              <a:rPr sz="2100" b="0">
                <a:solidFill>
                  <a:srgbClr val="3B506C"/>
                </a:solidFill>
                <a:latin typeface="Rubik"/>
                <a:ea typeface="Rubik"/>
                <a:cs typeface="Rubik"/>
              </a:rPr>
              <a:t>Absence reflects worker, workplace, health, psychosocial, and non-work factors. Large, longitudinal, prospective, and multilevel studies strengthen the evidence base.</a:t>
            </a:r>
          </a:p>
        </p:txBody>
      </p:sp>
      <p:sp>
        <p:nvSpPr>
          <p:cNvPr id="8" name="">
            <a:extLst xmlns:a="http://schemas.openxmlformats.org/drawingml/2006/main">
              <a:ext uri="{FF2B5EF4-FFF2-40B4-BE49-F238E27FC236}">
                <a16:creationId xmlns:a16="http://schemas.microsoft.com/office/drawing/2014/main" id="{2B9BC61D-BF0F-424B-89C8-3801B3277B21}"/>
              </a:ext>
            </a:extLst>
          </p:cNvPr>
          <p:cNvSpPr>
            <a:spLocks xmlns:a="http://schemas.openxmlformats.org/drawingml/2006/main" noGrp="1"/>
          </p:cNvSpPr>
          <p:nvPr/>
        </p:nvSpPr>
        <p:spPr>
          <a:xfrm xmlns:a="http://schemas.openxmlformats.org/drawingml/2006/main">
            <a:off x="1047750" y="5715000"/>
            <a:ext cx="1143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0065FF"/>
                </a:solidFill>
                <a:latin typeface="Rubik"/>
                <a:ea typeface="Rubik"/>
                <a:cs typeface="Rubik"/>
              </a:defRPr>
            </a:defPPr>
          </a:lstStyle>
          <a:p xmlns:a="http://schemas.openxmlformats.org/drawingml/2006/main">
            <a:pPr>
              <a:defRPr sz="2850" b="1">
                <a:solidFill>
                  <a:srgbClr val="0065FF"/>
                </a:solidFill>
                <a:latin typeface="Rubik"/>
                <a:ea typeface="Rubik"/>
                <a:cs typeface="Rubik"/>
              </a:defRPr>
            </a:pPr>
            <a:r>
              <a:rPr sz="2850" b="1">
                <a:solidFill>
                  <a:srgbClr val="0065FF"/>
                </a:solidFill>
                <a:latin typeface="Rubik"/>
                <a:ea typeface="Rubik"/>
                <a:cs typeface="Rubik"/>
              </a:rPr>
              <a:t>Remaining gap</a:t>
            </a:r>
          </a:p>
        </p:txBody>
      </p:sp>
      <p:sp>
        <p:nvSpPr>
          <p:cNvPr id="9" name="">
            <a:extLst xmlns:a="http://schemas.openxmlformats.org/drawingml/2006/main">
              <a:ext uri="{FF2B5EF4-FFF2-40B4-BE49-F238E27FC236}">
                <a16:creationId xmlns:a16="http://schemas.microsoft.com/office/drawing/2014/main" id="{5B309D08-7B82-4B3D-BAB3-CA09B3282105}"/>
              </a:ext>
            </a:extLst>
          </p:cNvPr>
          <p:cNvSpPr>
            <a:spLocks xmlns:a="http://schemas.openxmlformats.org/drawingml/2006/main" noGrp="1"/>
          </p:cNvSpPr>
          <p:nvPr/>
        </p:nvSpPr>
        <p:spPr>
          <a:xfrm xmlns:a="http://schemas.openxmlformats.org/drawingml/2006/main">
            <a:off x="1047750" y="6381750"/>
            <a:ext cx="11715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3B506C"/>
                </a:solidFill>
                <a:latin typeface="Rubik"/>
                <a:ea typeface="Rubik"/>
                <a:cs typeface="Rubik"/>
              </a:defRPr>
            </a:defPPr>
          </a:lstStyle>
          <a:p xmlns:a="http://schemas.openxmlformats.org/drawingml/2006/main">
            <a:pPr>
              <a:defRPr sz="2100" b="0">
                <a:solidFill>
                  <a:srgbClr val="3B506C"/>
                </a:solidFill>
                <a:latin typeface="Rubik"/>
                <a:ea typeface="Rubik"/>
                <a:cs typeface="Rubik"/>
              </a:defRPr>
            </a:pPr>
            <a:r>
              <a:rPr sz="2100" b="0">
                <a:solidFill>
                  <a:srgbClr val="3B506C"/>
                </a:solidFill>
                <a:latin typeface="Rubik"/>
                <a:ea typeface="Rubik"/>
                <a:cs typeface="Rubik"/>
              </a:rPr>
              <a:t>Definitions vary across studies. Classification can discard information from continuous hours, prediction may lack explanation, and cross-sectional records cannot establish causality. Individual scoring also creates privacy and fairness risks.</a:t>
            </a:r>
          </a:p>
        </p:txBody>
      </p:sp>
      <p:sp>
        <p:nvSpPr>
          <p:cNvPr id="10" name="">
            <a:extLst xmlns:a="http://schemas.openxmlformats.org/drawingml/2006/main">
              <a:ext uri="{FF2B5EF4-FFF2-40B4-BE49-F238E27FC236}">
                <a16:creationId xmlns:a16="http://schemas.microsoft.com/office/drawing/2014/main" id="{A834BE7B-D708-4A58-8043-D9121C7662DD}"/>
              </a:ext>
            </a:extLst>
          </p:cNvPr>
          <p:cNvSpPr>
            <a:spLocks xmlns:a="http://schemas.openxmlformats.org/drawingml/2006/main" noGrp="1"/>
          </p:cNvSpPr>
          <p:nvPr/>
        </p:nvSpPr>
        <p:spPr>
          <a:xfrm xmlns:a="http://schemas.openxmlformats.org/drawingml/2006/main">
            <a:off x="1047750" y="8096250"/>
            <a:ext cx="1162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065FF"/>
                </a:solidFill>
                <a:latin typeface="Rubik"/>
                <a:ea typeface="Rubik"/>
                <a:cs typeface="Rubik"/>
              </a:defRPr>
            </a:defPPr>
          </a:lstStyle>
          <a:p xmlns:a="http://schemas.openxmlformats.org/drawingml/2006/main">
            <a:pPr>
              <a:defRPr sz="2700" b="1">
                <a:solidFill>
                  <a:srgbClr val="0065FF"/>
                </a:solidFill>
                <a:latin typeface="Rubik"/>
                <a:ea typeface="Rubik"/>
                <a:cs typeface="Rubik"/>
              </a:defRPr>
            </a:pPr>
            <a:r>
              <a:rPr sz="2700" b="1">
                <a:solidFill>
                  <a:srgbClr val="0065FF"/>
                </a:solidFill>
                <a:latin typeface="Rubik"/>
                <a:ea typeface="Rubik"/>
                <a:cs typeface="Rubik"/>
              </a:rPr>
              <a:t>THIS PROJECT</a:t>
            </a:r>
          </a:p>
        </p:txBody>
      </p:sp>
      <p:sp>
        <p:nvSpPr>
          <p:cNvPr id="11" name="">
            <a:extLst xmlns:a="http://schemas.openxmlformats.org/drawingml/2006/main">
              <a:ext uri="{FF2B5EF4-FFF2-40B4-BE49-F238E27FC236}">
                <a16:creationId xmlns:a16="http://schemas.microsoft.com/office/drawing/2014/main" id="{1DF09760-B11D-47E1-9F0F-743F87BD0769}"/>
              </a:ext>
            </a:extLst>
          </p:cNvPr>
          <p:cNvSpPr>
            <a:spLocks xmlns:a="http://schemas.openxmlformats.org/drawingml/2006/main" noGrp="1"/>
          </p:cNvSpPr>
          <p:nvPr/>
        </p:nvSpPr>
        <p:spPr>
          <a:xfrm xmlns:a="http://schemas.openxmlformats.org/drawingml/2006/main">
            <a:off x="1047750" y="8763000"/>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7154D"/>
                </a:solidFill>
                <a:latin typeface="Rubik"/>
                <a:ea typeface="Rubik"/>
                <a:cs typeface="Rubik"/>
              </a:defRPr>
            </a:defPPr>
          </a:lstStyle>
          <a:p xmlns:a="http://schemas.openxmlformats.org/drawingml/2006/main">
            <a:pPr>
              <a:defRPr sz="1950" b="1">
                <a:solidFill>
                  <a:srgbClr val="07154D"/>
                </a:solidFill>
                <a:latin typeface="Rubik"/>
                <a:ea typeface="Rubik"/>
                <a:cs typeface="Rubik"/>
              </a:defRPr>
            </a:pPr>
            <a:r>
              <a:rPr sz="1950" b="1">
                <a:solidFill>
                  <a:srgbClr val="07154D"/>
                </a:solidFill>
                <a:latin typeface="Rubik"/>
                <a:ea typeface="Rubik"/>
                <a:cs typeface="Rubik"/>
              </a:rPr>
              <a:t>Continuous AbsentHours</a:t>
            </a:r>
          </a:p>
        </p:txBody>
      </p:sp>
      <p:sp>
        <p:nvSpPr>
          <p:cNvPr id="12" name="">
            <a:extLst xmlns:a="http://schemas.openxmlformats.org/drawingml/2006/main">
              <a:ext uri="{FF2B5EF4-FFF2-40B4-BE49-F238E27FC236}">
                <a16:creationId xmlns:a16="http://schemas.microsoft.com/office/drawing/2014/main" id="{9E91BC79-141E-45A8-ADC1-FFC23F599066}"/>
              </a:ext>
            </a:extLst>
          </p:cNvPr>
          <p:cNvSpPr>
            <a:spLocks xmlns:a="http://schemas.openxmlformats.org/drawingml/2006/main" noGrp="1"/>
          </p:cNvSpPr>
          <p:nvPr/>
        </p:nvSpPr>
        <p:spPr>
          <a:xfrm xmlns:a="http://schemas.openxmlformats.org/drawingml/2006/main">
            <a:off x="5238750" y="8763000"/>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7154D"/>
                </a:solidFill>
                <a:latin typeface="Rubik"/>
                <a:ea typeface="Rubik"/>
                <a:cs typeface="Rubik"/>
              </a:defRPr>
            </a:defPPr>
          </a:lstStyle>
          <a:p xmlns:a="http://schemas.openxmlformats.org/drawingml/2006/main">
            <a:pPr>
              <a:defRPr sz="1950" b="1">
                <a:solidFill>
                  <a:srgbClr val="07154D"/>
                </a:solidFill>
                <a:latin typeface="Rubik"/>
                <a:ea typeface="Rubik"/>
                <a:cs typeface="Rubik"/>
              </a:defRPr>
            </a:pPr>
            <a:r>
              <a:rPr sz="1950" b="1">
                <a:solidFill>
                  <a:srgbClr val="07154D"/>
                </a:solidFill>
                <a:latin typeface="Rubik"/>
                <a:ea typeface="Rubik"/>
                <a:cs typeface="Rubik"/>
              </a:rPr>
              <a:t>Robust tests</a:t>
            </a:r>
          </a:p>
        </p:txBody>
      </p:sp>
      <p:sp>
        <p:nvSpPr>
          <p:cNvPr id="13" name="">
            <a:extLst xmlns:a="http://schemas.openxmlformats.org/drawingml/2006/main">
              <a:ext uri="{FF2B5EF4-FFF2-40B4-BE49-F238E27FC236}">
                <a16:creationId xmlns:a16="http://schemas.microsoft.com/office/drawing/2014/main" id="{DDB063F4-7D8B-4614-A15D-FB5D57A88F48}"/>
              </a:ext>
            </a:extLst>
          </p:cNvPr>
          <p:cNvSpPr>
            <a:spLocks xmlns:a="http://schemas.openxmlformats.org/drawingml/2006/main" noGrp="1"/>
          </p:cNvSpPr>
          <p:nvPr/>
        </p:nvSpPr>
        <p:spPr>
          <a:xfrm xmlns:a="http://schemas.openxmlformats.org/drawingml/2006/main">
            <a:off x="9429750" y="8763000"/>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7154D"/>
                </a:solidFill>
                <a:latin typeface="Rubik"/>
                <a:ea typeface="Rubik"/>
                <a:cs typeface="Rubik"/>
              </a:defRPr>
            </a:defPPr>
          </a:lstStyle>
          <a:p xmlns:a="http://schemas.openxmlformats.org/drawingml/2006/main">
            <a:pPr>
              <a:defRPr sz="1950" b="1">
                <a:solidFill>
                  <a:srgbClr val="07154D"/>
                </a:solidFill>
                <a:latin typeface="Rubik"/>
                <a:ea typeface="Rubik"/>
                <a:cs typeface="Rubik"/>
              </a:defRPr>
            </a:pPr>
            <a:r>
              <a:rPr sz="1950" b="1">
                <a:solidFill>
                  <a:srgbClr val="07154D"/>
                </a:solidFill>
                <a:latin typeface="Rubik"/>
                <a:ea typeface="Rubik"/>
                <a:cs typeface="Rubik"/>
              </a:rPr>
              <a:t>Interpretable models</a:t>
            </a:r>
          </a:p>
        </p:txBody>
      </p:sp>
      <p:sp>
        <p:nvSpPr>
          <p:cNvPr id="14" name="">
            <a:extLst xmlns:a="http://schemas.openxmlformats.org/drawingml/2006/main">
              <a:ext uri="{FF2B5EF4-FFF2-40B4-BE49-F238E27FC236}">
                <a16:creationId xmlns:a16="http://schemas.microsoft.com/office/drawing/2014/main" id="{7BBFABB4-603C-42BB-8444-C7D86007AE0C}"/>
              </a:ext>
            </a:extLst>
          </p:cNvPr>
          <p:cNvSpPr>
            <a:spLocks xmlns:a="http://schemas.openxmlformats.org/drawingml/2006/main" noGrp="1"/>
          </p:cNvSpPr>
          <p:nvPr/>
        </p:nvSpPr>
        <p:spPr>
          <a:xfrm xmlns:a="http://schemas.openxmlformats.org/drawingml/2006/main">
            <a:off x="1047750" y="9315450"/>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7154D"/>
                </a:solidFill>
                <a:latin typeface="Rubik"/>
                <a:ea typeface="Rubik"/>
                <a:cs typeface="Rubik"/>
              </a:defRPr>
            </a:defPPr>
          </a:lstStyle>
          <a:p xmlns:a="http://schemas.openxmlformats.org/drawingml/2006/main">
            <a:pPr>
              <a:defRPr sz="1950" b="1">
                <a:solidFill>
                  <a:srgbClr val="07154D"/>
                </a:solidFill>
                <a:latin typeface="Rubik"/>
                <a:ea typeface="Rubik"/>
                <a:cs typeface="Rubik"/>
              </a:defRPr>
            </a:pPr>
            <a:r>
              <a:rPr sz="1950" b="1">
                <a:solidFill>
                  <a:srgbClr val="07154D"/>
                </a:solidFill>
                <a:latin typeface="Rubik"/>
                <a:ea typeface="Rubik"/>
                <a:cs typeface="Rubik"/>
              </a:rPr>
              <a:t>Explicit limitations</a:t>
            </a:r>
          </a:p>
        </p:txBody>
      </p:sp>
      <p:sp>
        <p:nvSpPr>
          <p:cNvPr id="15" name="">
            <a:extLst xmlns:a="http://schemas.openxmlformats.org/drawingml/2006/main">
              <a:ext uri="{FF2B5EF4-FFF2-40B4-BE49-F238E27FC236}">
                <a16:creationId xmlns:a16="http://schemas.microsoft.com/office/drawing/2014/main" id="{59347F6C-FC19-4080-9EA6-61E9DC07927E}"/>
              </a:ext>
            </a:extLst>
          </p:cNvPr>
          <p:cNvSpPr>
            <a:spLocks xmlns:a="http://schemas.openxmlformats.org/drawingml/2006/main" noGrp="1"/>
          </p:cNvSpPr>
          <p:nvPr/>
        </p:nvSpPr>
        <p:spPr>
          <a:xfrm xmlns:a="http://schemas.openxmlformats.org/drawingml/2006/main">
            <a:off x="5238750" y="9315450"/>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7154D"/>
                </a:solidFill>
                <a:latin typeface="Rubik"/>
                <a:ea typeface="Rubik"/>
                <a:cs typeface="Rubik"/>
              </a:defRPr>
            </a:defPPr>
          </a:lstStyle>
          <a:p xmlns:a="http://schemas.openxmlformats.org/drawingml/2006/main">
            <a:pPr>
              <a:defRPr sz="1950" b="1">
                <a:solidFill>
                  <a:srgbClr val="07154D"/>
                </a:solidFill>
                <a:latin typeface="Rubik"/>
                <a:ea typeface="Rubik"/>
                <a:cs typeface="Rubik"/>
              </a:defRPr>
            </a:pPr>
            <a:r>
              <a:rPr sz="1950" b="1">
                <a:solidFill>
                  <a:srgbClr val="07154D"/>
                </a:solidFill>
                <a:latin typeface="Rubik"/>
                <a:ea typeface="Rubik"/>
                <a:cs typeface="Rubik"/>
              </a:rPr>
              <a:t>Aggregate use</a:t>
            </a:r>
          </a:p>
        </p:txBody>
      </p:sp>
      <p:sp>
        <p:nvSpPr>
          <p:cNvPr id="16" name="">
            <a:extLst xmlns:a="http://schemas.openxmlformats.org/drawingml/2006/main">
              <a:ext uri="{FF2B5EF4-FFF2-40B4-BE49-F238E27FC236}">
                <a16:creationId xmlns:a16="http://schemas.microsoft.com/office/drawing/2014/main" id="{099F6346-E7C7-43A6-B418-73B611D10A32}"/>
              </a:ext>
            </a:extLst>
          </p:cNvPr>
          <p:cNvSpPr>
            <a:spLocks xmlns:a="http://schemas.openxmlformats.org/drawingml/2006/main" noGrp="1"/>
          </p:cNvSpPr>
          <p:nvPr/>
        </p:nvSpPr>
        <p:spPr>
          <a:xfrm xmlns:a="http://schemas.openxmlformats.org/drawingml/2006/main">
            <a:off x="17049750" y="9382125"/>
            <a:ext cx="628650" cy="628650"/>
          </a:xfrm>
          <a:prstGeom xmlns:a="http://schemas.openxmlformats.org/drawingml/2006/main" prst="ellipse">
            <a:avLst/>
          </a:prstGeom>
          <a:solidFill xmlns:a="http://schemas.openxmlformats.org/drawingml/2006/main">
            <a:srgbClr val="07154D"/>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AEAB37B-48BE-441B-9184-D7C86386F030}"/>
              </a:ext>
            </a:extLst>
          </p:cNvPr>
          <p:cNvSpPr>
            <a:spLocks xmlns:a="http://schemas.openxmlformats.org/drawingml/2006/main" noGrp="1"/>
          </p:cNvSpPr>
          <p:nvPr/>
        </p:nvSpPr>
        <p:spPr>
          <a:xfrm xmlns:a="http://schemas.openxmlformats.org/drawingml/2006/main">
            <a:off x="17049750" y="9467850"/>
            <a:ext cx="628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950" b="1">
                <a:solidFill>
                  <a:srgbClr val="FFFFFF"/>
                </a:solidFill>
                <a:latin typeface="Rubik"/>
                <a:ea typeface="Rubik"/>
                <a:cs typeface="Rubik"/>
              </a:defRPr>
            </a:defPPr>
          </a:lstStyle>
          <a:p xmlns:a="http://schemas.openxmlformats.org/drawingml/2006/main">
            <a:pPr algn="ctr">
              <a:defRPr sz="1950" b="1">
                <a:solidFill>
                  <a:srgbClr val="FFFFFF"/>
                </a:solidFill>
                <a:latin typeface="Rubik"/>
                <a:ea typeface="Rubik"/>
                <a:cs typeface="Rubik"/>
              </a:defRPr>
            </a:pPr>
            <a:r>
              <a:rPr sz="1950" b="1">
                <a:solidFill>
                  <a:srgbClr val="FFFFFF"/>
                </a:solidFill>
                <a:latin typeface="Rubik"/>
                <a:ea typeface="Rubik"/>
                <a:cs typeface="Rubik"/>
              </a:rPr>
              <a:t>5</a:t>
            </a:r>
          </a:p>
        </p:txBody>
      </p:sp>
    </p:spTree>
    <p:extLst>
      <p:ext uri="{BB962C8B-B14F-4D97-AF65-F5344CB8AC3E}">
        <p14:creationId xmlns:p14="http://schemas.microsoft.com/office/powerpoint/2010/main" val="197530478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23" name="">
            <a:extLst xmlns:a="http://schemas.openxmlformats.org/drawingml/2006/main">
              <a:ext uri="{FF2B5EF4-FFF2-40B4-BE49-F238E27FC236}">
                <a16:creationId xmlns:a16="http://schemas.microsoft.com/office/drawing/2014/main" id="{63E183CA-4FF4-49C9-8CC3-483D6A0321EF}"/>
              </a:ext>
            </a:extLst>
          </p:cNvPr>
          <p:cNvPicPr>
            <a:picLocks xmlns:a="http://schemas.openxmlformats.org/drawingml/2006/main" noChangeAspect="1"/>
          </p:cNvPicPr>
          <p:nvPr/>
        </p:nvPicPr>
        <p:blipFill>
          <a:blip xmlns:r="http://schemas.openxmlformats.org/officeDocument/2006/relationships" xmlns:a="http://schemas.openxmlformats.org/drawingml/2006/main" r:embed="R70786dd994e64673"/>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52BF277-7627-4C30-8D41-17BCC33A346D}"/>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FFFFFF"/>
              </a:gs>
              <a:gs pos="82000">
                <a:srgbClr val="FFFFFF">
                  <a:alpha val="92000"/>
                </a:srgbClr>
              </a:gs>
              <a:gs pos="100000">
                <a:srgbClr val="FFFFFF">
                  <a:alpha val="0"/>
                </a:srgbClr>
              </a:gs>
            </a:gsLst>
            <a:lin ang="0"/>
          </a:gra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24CFB04-E314-42E7-89DA-331E228EF2B0}"/>
              </a:ext>
            </a:extLst>
          </p:cNvPr>
          <p:cNvSpPr>
            <a:spLocks xmlns:a="http://schemas.openxmlformats.org/drawingml/2006/main" noGrp="1"/>
          </p:cNvSpPr>
          <p:nvPr/>
        </p:nvSpPr>
        <p:spPr>
          <a:xfrm xmlns:a="http://schemas.openxmlformats.org/drawingml/2006/main">
            <a:off x="1000125" y="619125"/>
            <a:ext cx="15240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0">
                <a:solidFill>
                  <a:srgbClr val="07154D"/>
                </a:solidFill>
                <a:latin typeface="Anton"/>
                <a:ea typeface="Anton"/>
                <a:cs typeface="Anton"/>
              </a:defRPr>
            </a:defPPr>
          </a:lstStyle>
          <a:p xmlns:a="http://schemas.openxmlformats.org/drawingml/2006/main">
            <a:pPr>
              <a:defRPr sz="5700" b="0">
                <a:solidFill>
                  <a:srgbClr val="07154D"/>
                </a:solidFill>
                <a:latin typeface="Anton"/>
                <a:ea typeface="Anton"/>
                <a:cs typeface="Anton"/>
              </a:defRPr>
            </a:pPr>
            <a:r>
              <a:rPr sz="5700" b="0">
                <a:solidFill>
                  <a:srgbClr val="07154D"/>
                </a:solidFill>
                <a:latin typeface="Anton"/>
                <a:ea typeface="Anton"/>
                <a:cs typeface="Anton"/>
              </a:rPr>
              <a:t>DATASET SELECTION &amp;</a:t>
            </a:r>
          </a:p>
          <a:p xmlns:a="http://schemas.openxmlformats.org/drawingml/2006/main">
            <a:pPr>
              <a:defRPr sz="5700" b="0">
                <a:solidFill>
                  <a:srgbClr val="07154D"/>
                </a:solidFill>
                <a:latin typeface="Anton"/>
                <a:ea typeface="Anton"/>
                <a:cs typeface="Anton"/>
              </a:defRPr>
            </a:pPr>
            <a:r>
              <a:rPr sz="5700" b="0">
                <a:solidFill>
                  <a:srgbClr val="07154D"/>
                </a:solidFill>
                <a:latin typeface="Anton"/>
                <a:ea typeface="Anton"/>
                <a:cs typeface="Anton"/>
              </a:rPr>
              <a:t>UNDERSTANDING</a:t>
            </a:r>
          </a:p>
        </p:txBody>
      </p:sp>
      <p:graphicFrame>
        <p:nvGraphicFramePr>
          <p:cNvPr id="4" name="">
            <a:extLst xmlns:a="http://schemas.openxmlformats.org/drawingml/2006/main">
              <a:ext uri="{FF2B5EF4-FFF2-40B4-BE49-F238E27FC236}">
                <a16:creationId xmlns:a16="http://schemas.microsoft.com/office/drawing/2014/main" id="{DACD7D02-0F92-4185-9D9C-3E6EC197A9D7}"/>
              </a:ext>
            </a:extLst>
          </p:cNvPr>
          <p:cNvGraphicFramePr/>
          <p:nvPr/>
        </p:nvGraphicFramePr>
        <p:xfrm>
          <a:off xmlns:a="http://schemas.openxmlformats.org/drawingml/2006/main" x="1047750" y="2714625"/>
          <a:ext xmlns:a="http://schemas.openxmlformats.org/drawingml/2006/main" cx="10001250" cy="5857875"/>
        </p:xfrm>
        <a:graphic xmlns:a="http://schemas.openxmlformats.org/drawingml/2006/main">
          <a:graphicData uri="http://schemas.openxmlformats.org/drawingml/2006/table">
            <a:tbl>
              <a:tblPr/>
              <a:tblGrid>
                <a:gridCol w="3000375"/>
                <a:gridCol w="7000875"/>
              </a:tblGrid>
              <a:tr h="836839">
                <a:tc>
                  <a:txBody>
                    <a:bodyPr/>
                    <a:lstStyle/>
                    <a:p>
                      <a:r>
                        <a:rPr sz="1875" b="1">
                          <a:solidFill>
                            <a:srgbClr val="0065FF"/>
                          </a:solidFill>
                          <a:latin typeface="Rubik"/>
                          <a:ea typeface="Rubik"/>
                          <a:cs typeface="Rubik"/>
                        </a:rPr>
                        <a:t>Dataset</a:t>
                      </a:r>
                    </a:p>
                  </a:txBody>
                  <a:tcPr marL="171450" marR="171450" marT="95250" marB="95250" anchor="ctr">
                    <a:solidFill>
                      <a:srgbClr val="E8F3FF"/>
                    </a:solidFill>
                  </a:tcPr>
                </a:tc>
                <a:tc>
                  <a:txBody>
                    <a:bodyPr/>
                    <a:lstStyle/>
                    <a:p>
                      <a:r>
                        <a:rPr sz="1875" b="0">
                          <a:solidFill>
                            <a:srgbClr val="07154D"/>
                          </a:solidFill>
                          <a:latin typeface="Rubik"/>
                          <a:ea typeface="Rubik"/>
                          <a:cs typeface="Rubik"/>
                        </a:rPr>
                        <a:t>MFGEmployees4.csv</a:t>
                      </a:r>
                    </a:p>
                  </a:txBody>
                  <a:tcPr marL="171450" marR="171450" marT="95250" marB="95250" anchor="ctr">
                    <a:solidFill>
                      <a:srgbClr val="FFFFFF"/>
                    </a:solidFill>
                  </a:tcPr>
                </a:tc>
              </a:tr>
              <a:tr h="836839">
                <a:tc>
                  <a:txBody>
                    <a:bodyPr/>
                    <a:lstStyle/>
                    <a:p>
                      <a:r>
                        <a:rPr sz="1875" b="1">
                          <a:solidFill>
                            <a:srgbClr val="0065FF"/>
                          </a:solidFill>
                          <a:latin typeface="Rubik"/>
                          <a:ea typeface="Rubik"/>
                          <a:cs typeface="Rubik"/>
                        </a:rPr>
                        <a:t>Dimensions</a:t>
                      </a:r>
                    </a:p>
                  </a:txBody>
                  <a:tcPr marL="171450" marR="171450" marT="95250" marB="95250" anchor="ctr">
                    <a:solidFill>
                      <a:srgbClr val="E8F3FF"/>
                    </a:solidFill>
                  </a:tcPr>
                </a:tc>
                <a:tc>
                  <a:txBody>
                    <a:bodyPr/>
                    <a:lstStyle/>
                    <a:p>
                      <a:r>
                        <a:rPr sz="1875" b="0">
                          <a:solidFill>
                            <a:srgbClr val="07154D"/>
                          </a:solidFill>
                          <a:latin typeface="Rubik"/>
                          <a:ea typeface="Rubik"/>
                          <a:cs typeface="Rubik"/>
                        </a:rPr>
                        <a:t>8,336 employees × 13 variables</a:t>
                      </a:r>
                    </a:p>
                  </a:txBody>
                  <a:tcPr marL="171450" marR="171450" marT="95250" marB="95250" anchor="ctr">
                    <a:solidFill>
                      <a:srgbClr val="F6FAFF"/>
                    </a:solidFill>
                  </a:tcPr>
                </a:tc>
              </a:tr>
              <a:tr h="836839">
                <a:tc>
                  <a:txBody>
                    <a:bodyPr/>
                    <a:lstStyle/>
                    <a:p>
                      <a:r>
                        <a:rPr sz="1875" b="1">
                          <a:solidFill>
                            <a:srgbClr val="0065FF"/>
                          </a:solidFill>
                          <a:latin typeface="Rubik"/>
                          <a:ea typeface="Rubik"/>
                          <a:cs typeface="Rubik"/>
                        </a:rPr>
                        <a:t>Outcome</a:t>
                      </a:r>
                    </a:p>
                  </a:txBody>
                  <a:tcPr marL="171450" marR="171450" marT="95250" marB="95250" anchor="ctr">
                    <a:solidFill>
                      <a:srgbClr val="E8F3FF"/>
                    </a:solidFill>
                  </a:tcPr>
                </a:tc>
                <a:tc>
                  <a:txBody>
                    <a:bodyPr/>
                    <a:lstStyle/>
                    <a:p>
                      <a:r>
                        <a:rPr sz="1875" b="0">
                          <a:solidFill>
                            <a:srgbClr val="07154D"/>
                          </a:solidFill>
                          <a:latin typeface="Rubik"/>
                          <a:ea typeface="Rubik"/>
                          <a:cs typeface="Rubik"/>
                        </a:rPr>
                        <a:t>AbsentHours, continuous</a:t>
                      </a:r>
                    </a:p>
                  </a:txBody>
                  <a:tcPr marL="171450" marR="171450" marT="95250" marB="95250" anchor="ctr">
                    <a:solidFill>
                      <a:srgbClr val="FFFFFF"/>
                    </a:solidFill>
                  </a:tcPr>
                </a:tc>
              </a:tr>
              <a:tr h="836839">
                <a:tc>
                  <a:txBody>
                    <a:bodyPr/>
                    <a:lstStyle/>
                    <a:p>
                      <a:r>
                        <a:rPr sz="1875" b="1">
                          <a:solidFill>
                            <a:srgbClr val="0065FF"/>
                          </a:solidFill>
                          <a:latin typeface="Rubik"/>
                          <a:ea typeface="Rubik"/>
                          <a:cs typeface="Rubik"/>
                        </a:rPr>
                        <a:t>Numeric predictors</a:t>
                      </a:r>
                    </a:p>
                  </a:txBody>
                  <a:tcPr marL="171450" marR="171450" marT="95250" marB="95250" anchor="ctr">
                    <a:solidFill>
                      <a:srgbClr val="E8F3FF"/>
                    </a:solidFill>
                  </a:tcPr>
                </a:tc>
                <a:tc>
                  <a:txBody>
                    <a:bodyPr/>
                    <a:lstStyle/>
                    <a:p>
                      <a:r>
                        <a:rPr sz="1875" b="0">
                          <a:solidFill>
                            <a:srgbClr val="07154D"/>
                          </a:solidFill>
                          <a:latin typeface="Rubik"/>
                          <a:ea typeface="Rubik"/>
                          <a:cs typeface="Rubik"/>
                        </a:rPr>
                        <a:t>Age; LengthService</a:t>
                      </a:r>
                    </a:p>
                  </a:txBody>
                  <a:tcPr marL="171450" marR="171450" marT="95250" marB="95250" anchor="ctr">
                    <a:solidFill>
                      <a:srgbClr val="F6FAFF"/>
                    </a:solidFill>
                  </a:tcPr>
                </a:tc>
              </a:tr>
              <a:tr h="836839">
                <a:tc>
                  <a:txBody>
                    <a:bodyPr/>
                    <a:lstStyle/>
                    <a:p>
                      <a:r>
                        <a:rPr sz="1875" b="1">
                          <a:solidFill>
                            <a:srgbClr val="0065FF"/>
                          </a:solidFill>
                          <a:latin typeface="Rubik"/>
                          <a:ea typeface="Rubik"/>
                          <a:cs typeface="Rubik"/>
                        </a:rPr>
                        <a:t>Categorical predictors</a:t>
                      </a:r>
                    </a:p>
                  </a:txBody>
                  <a:tcPr marL="171450" marR="171450" marT="95250" marB="95250" anchor="ctr">
                    <a:solidFill>
                      <a:srgbClr val="E8F3FF"/>
                    </a:solidFill>
                  </a:tcPr>
                </a:tc>
                <a:tc>
                  <a:txBody>
                    <a:bodyPr/>
                    <a:lstStyle/>
                    <a:p>
                      <a:r>
                        <a:rPr sz="1875" b="0">
                          <a:solidFill>
                            <a:srgbClr val="07154D"/>
                          </a:solidFill>
                          <a:latin typeface="Rubik"/>
                          <a:ea typeface="Rubik"/>
                          <a:cs typeface="Rubik"/>
                        </a:rPr>
                        <a:t>Gender, City, JobTitle, DepartmentName, StoreLocation, Division, BusinessUnit</a:t>
                      </a:r>
                    </a:p>
                  </a:txBody>
                  <a:tcPr marL="171450" marR="171450" marT="95250" marB="95250" anchor="ctr">
                    <a:solidFill>
                      <a:srgbClr val="FFFFFF"/>
                    </a:solidFill>
                  </a:tcPr>
                </a:tc>
              </a:tr>
              <a:tr h="836839">
                <a:tc>
                  <a:txBody>
                    <a:bodyPr/>
                    <a:lstStyle/>
                    <a:p>
                      <a:r>
                        <a:rPr sz="1875" b="1">
                          <a:solidFill>
                            <a:srgbClr val="0065FF"/>
                          </a:solidFill>
                          <a:latin typeface="Rubik"/>
                          <a:ea typeface="Rubik"/>
                          <a:cs typeface="Rubik"/>
                        </a:rPr>
                        <a:t>Audit-only fields</a:t>
                      </a:r>
                    </a:p>
                  </a:txBody>
                  <a:tcPr marL="171450" marR="171450" marT="95250" marB="95250" anchor="ctr">
                    <a:solidFill>
                      <a:srgbClr val="E8F3FF"/>
                    </a:solidFill>
                  </a:tcPr>
                </a:tc>
                <a:tc>
                  <a:txBody>
                    <a:bodyPr/>
                    <a:lstStyle/>
                    <a:p>
                      <a:r>
                        <a:rPr sz="1875" b="0">
                          <a:solidFill>
                            <a:srgbClr val="07154D"/>
                          </a:solidFill>
                          <a:latin typeface="Rubik"/>
                          <a:ea typeface="Rubik"/>
                          <a:cs typeface="Rubik"/>
                        </a:rPr>
                        <a:t>EmployeeNumber; Surname; GivenName</a:t>
                      </a:r>
                    </a:p>
                  </a:txBody>
                  <a:tcPr marL="171450" marR="171450" marT="95250" marB="95250" anchor="ctr">
                    <a:solidFill>
                      <a:srgbClr val="F6FAFF"/>
                    </a:solidFill>
                  </a:tcPr>
                </a:tc>
              </a:tr>
              <a:tr h="836839">
                <a:tc>
                  <a:txBody>
                    <a:bodyPr/>
                    <a:lstStyle/>
                    <a:p>
                      <a:r>
                        <a:rPr sz="1875" b="1">
                          <a:solidFill>
                            <a:srgbClr val="0065FF"/>
                          </a:solidFill>
                          <a:latin typeface="Rubik"/>
                          <a:ea typeface="Rubik"/>
                          <a:cs typeface="Rubik"/>
                        </a:rPr>
                        <a:t>Time field</a:t>
                      </a:r>
                    </a:p>
                  </a:txBody>
                  <a:tcPr marL="171450" marR="171450" marT="95250" marB="95250" anchor="ctr">
                    <a:solidFill>
                      <a:srgbClr val="E8F3FF"/>
                    </a:solidFill>
                  </a:tcPr>
                </a:tc>
                <a:tc>
                  <a:txBody>
                    <a:bodyPr/>
                    <a:lstStyle/>
                    <a:p>
                      <a:r>
                        <a:rPr sz="1875" b="0">
                          <a:solidFill>
                            <a:srgbClr val="07154D"/>
                          </a:solidFill>
                          <a:latin typeface="Rubik"/>
                          <a:ea typeface="Rubik"/>
                          <a:cs typeface="Rubik"/>
                        </a:rPr>
                        <a:t>None. Trend and forecasting claims are not supported</a:t>
                      </a:r>
                    </a:p>
                  </a:txBody>
                  <a:tcPr marL="171450" marR="17145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13B1C100-E8A6-4B16-B411-74C28D90F7C6}"/>
              </a:ext>
            </a:extLst>
          </p:cNvPr>
          <p:cNvSpPr>
            <a:spLocks xmlns:a="http://schemas.openxmlformats.org/drawingml/2006/main" noGrp="1"/>
          </p:cNvSpPr>
          <p:nvPr/>
        </p:nvSpPr>
        <p:spPr>
          <a:xfrm xmlns:a="http://schemas.openxmlformats.org/drawingml/2006/main">
            <a:off x="11620500" y="2667000"/>
            <a:ext cx="581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0065FF"/>
                </a:solidFill>
                <a:latin typeface="Rubik"/>
                <a:ea typeface="Rubik"/>
                <a:cs typeface="Rubik"/>
              </a:defRPr>
            </a:defPPr>
          </a:lstStyle>
          <a:p xmlns:a="http://schemas.openxmlformats.org/drawingml/2006/main">
            <a:pPr>
              <a:defRPr sz="3000" b="1">
                <a:solidFill>
                  <a:srgbClr val="0065FF"/>
                </a:solidFill>
                <a:latin typeface="Rubik"/>
                <a:ea typeface="Rubik"/>
                <a:cs typeface="Rubik"/>
              </a:defRPr>
            </a:pPr>
            <a:r>
              <a:rPr sz="3000" b="1">
                <a:solidFill>
                  <a:srgbClr val="0065FF"/>
                </a:solidFill>
                <a:latin typeface="Rubik"/>
                <a:ea typeface="Rubik"/>
                <a:cs typeface="Rubik"/>
              </a:rPr>
              <a:t>Quality audit</a:t>
            </a:r>
          </a:p>
        </p:txBody>
      </p:sp>
      <p:sp>
        <p:nvSpPr>
          <p:cNvPr id="6" name="">
            <a:extLst xmlns:a="http://schemas.openxmlformats.org/drawingml/2006/main">
              <a:ext uri="{FF2B5EF4-FFF2-40B4-BE49-F238E27FC236}">
                <a16:creationId xmlns:a16="http://schemas.microsoft.com/office/drawing/2014/main" id="{A897DD20-165E-46D2-9059-C1349B6D58C3}"/>
              </a:ext>
            </a:extLst>
          </p:cNvPr>
          <p:cNvSpPr>
            <a:spLocks xmlns:a="http://schemas.openxmlformats.org/drawingml/2006/main" noGrp="1"/>
          </p:cNvSpPr>
          <p:nvPr/>
        </p:nvSpPr>
        <p:spPr>
          <a:xfrm xmlns:a="http://schemas.openxmlformats.org/drawingml/2006/main">
            <a:off x="11620500" y="3524250"/>
            <a:ext cx="142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65FF"/>
                </a:solidFill>
                <a:latin typeface="Anton"/>
                <a:ea typeface="Anton"/>
                <a:cs typeface="Anton"/>
              </a:defRPr>
            </a:defPPr>
          </a:lstStyle>
          <a:p xmlns:a="http://schemas.openxmlformats.org/drawingml/2006/main">
            <a:pPr>
              <a:defRPr sz="3150" b="0">
                <a:solidFill>
                  <a:srgbClr val="0065FF"/>
                </a:solidFill>
                <a:latin typeface="Anton"/>
                <a:ea typeface="Anton"/>
                <a:cs typeface="Anton"/>
              </a:defRPr>
            </a:pPr>
            <a:r>
              <a:rPr sz="3150" b="0">
                <a:solidFill>
                  <a:srgbClr val="0065FF"/>
                </a:solidFill>
                <a:latin typeface="Anton"/>
                <a:ea typeface="Anton"/>
                <a:cs typeface="Anton"/>
              </a:rPr>
              <a:t>0</a:t>
            </a:r>
          </a:p>
        </p:txBody>
      </p:sp>
      <p:sp>
        <p:nvSpPr>
          <p:cNvPr id="7" name="">
            <a:extLst xmlns:a="http://schemas.openxmlformats.org/drawingml/2006/main">
              <a:ext uri="{FF2B5EF4-FFF2-40B4-BE49-F238E27FC236}">
                <a16:creationId xmlns:a16="http://schemas.microsoft.com/office/drawing/2014/main" id="{B9033BDD-7C6C-4F98-A3D2-A730151E7899}"/>
              </a:ext>
            </a:extLst>
          </p:cNvPr>
          <p:cNvSpPr>
            <a:spLocks xmlns:a="http://schemas.openxmlformats.org/drawingml/2006/main" noGrp="1"/>
          </p:cNvSpPr>
          <p:nvPr/>
        </p:nvSpPr>
        <p:spPr>
          <a:xfrm xmlns:a="http://schemas.openxmlformats.org/drawingml/2006/main">
            <a:off x="13144500" y="3571875"/>
            <a:ext cx="4095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7154D"/>
                </a:solidFill>
                <a:latin typeface="Rubik"/>
                <a:ea typeface="Rubik"/>
                <a:cs typeface="Rubik"/>
              </a:defRPr>
            </a:defPPr>
          </a:lstStyle>
          <a:p xmlns:a="http://schemas.openxmlformats.org/drawingml/2006/main">
            <a:pPr>
              <a:defRPr sz="1875" b="0">
                <a:solidFill>
                  <a:srgbClr val="07154D"/>
                </a:solidFill>
                <a:latin typeface="Rubik"/>
                <a:ea typeface="Rubik"/>
                <a:cs typeface="Rubik"/>
              </a:defRPr>
            </a:pPr>
            <a:r>
              <a:rPr sz="1875" b="0">
                <a:solidFill>
                  <a:srgbClr val="07154D"/>
                </a:solidFill>
                <a:latin typeface="Rubik"/>
                <a:ea typeface="Rubik"/>
                <a:cs typeface="Rubik"/>
              </a:rPr>
              <a:t>missing values</a:t>
            </a:r>
          </a:p>
        </p:txBody>
      </p:sp>
      <p:sp>
        <p:nvSpPr>
          <p:cNvPr id="8" name="">
            <a:extLst xmlns:a="http://schemas.openxmlformats.org/drawingml/2006/main">
              <a:ext uri="{FF2B5EF4-FFF2-40B4-BE49-F238E27FC236}">
                <a16:creationId xmlns:a16="http://schemas.microsoft.com/office/drawing/2014/main" id="{F445925C-D37C-4F69-AA6D-2F5C87803B96}"/>
              </a:ext>
            </a:extLst>
          </p:cNvPr>
          <p:cNvSpPr>
            <a:spLocks xmlns:a="http://schemas.openxmlformats.org/drawingml/2006/main" noGrp="1"/>
          </p:cNvSpPr>
          <p:nvPr/>
        </p:nvSpPr>
        <p:spPr>
          <a:xfrm xmlns:a="http://schemas.openxmlformats.org/drawingml/2006/main">
            <a:off x="11620500" y="4238625"/>
            <a:ext cx="142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65FF"/>
                </a:solidFill>
                <a:latin typeface="Anton"/>
                <a:ea typeface="Anton"/>
                <a:cs typeface="Anton"/>
              </a:defRPr>
            </a:defPPr>
          </a:lstStyle>
          <a:p xmlns:a="http://schemas.openxmlformats.org/drawingml/2006/main">
            <a:pPr>
              <a:defRPr sz="3150" b="0">
                <a:solidFill>
                  <a:srgbClr val="0065FF"/>
                </a:solidFill>
                <a:latin typeface="Anton"/>
                <a:ea typeface="Anton"/>
                <a:cs typeface="Anton"/>
              </a:defRPr>
            </a:pPr>
            <a:r>
              <a:rPr sz="3150" b="0">
                <a:solidFill>
                  <a:srgbClr val="0065FF"/>
                </a:solidFill>
                <a:latin typeface="Anton"/>
                <a:ea typeface="Anton"/>
                <a:cs typeface="Anton"/>
              </a:rPr>
              <a:t>0</a:t>
            </a:r>
          </a:p>
        </p:txBody>
      </p:sp>
      <p:sp>
        <p:nvSpPr>
          <p:cNvPr id="9" name="">
            <a:extLst xmlns:a="http://schemas.openxmlformats.org/drawingml/2006/main">
              <a:ext uri="{FF2B5EF4-FFF2-40B4-BE49-F238E27FC236}">
                <a16:creationId xmlns:a16="http://schemas.microsoft.com/office/drawing/2014/main" id="{73F3FBA7-51DB-42B4-9037-5F7DE7FA3247}"/>
              </a:ext>
            </a:extLst>
          </p:cNvPr>
          <p:cNvSpPr>
            <a:spLocks xmlns:a="http://schemas.openxmlformats.org/drawingml/2006/main" noGrp="1"/>
          </p:cNvSpPr>
          <p:nvPr/>
        </p:nvSpPr>
        <p:spPr>
          <a:xfrm xmlns:a="http://schemas.openxmlformats.org/drawingml/2006/main">
            <a:off x="13144500" y="4286250"/>
            <a:ext cx="4095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7154D"/>
                </a:solidFill>
                <a:latin typeface="Rubik"/>
                <a:ea typeface="Rubik"/>
                <a:cs typeface="Rubik"/>
              </a:defRPr>
            </a:defPPr>
          </a:lstStyle>
          <a:p xmlns:a="http://schemas.openxmlformats.org/drawingml/2006/main">
            <a:pPr>
              <a:defRPr sz="1875" b="0">
                <a:solidFill>
                  <a:srgbClr val="07154D"/>
                </a:solidFill>
                <a:latin typeface="Rubik"/>
                <a:ea typeface="Rubik"/>
                <a:cs typeface="Rubik"/>
              </a:defRPr>
            </a:pPr>
            <a:r>
              <a:rPr sz="1875" b="0">
                <a:solidFill>
                  <a:srgbClr val="07154D"/>
                </a:solidFill>
                <a:latin typeface="Rubik"/>
                <a:ea typeface="Rubik"/>
                <a:cs typeface="Rubik"/>
              </a:rPr>
              <a:t>duplicate rows or employee IDs</a:t>
            </a:r>
          </a:p>
        </p:txBody>
      </p:sp>
      <p:sp>
        <p:nvSpPr>
          <p:cNvPr id="10" name="">
            <a:extLst xmlns:a="http://schemas.openxmlformats.org/drawingml/2006/main">
              <a:ext uri="{FF2B5EF4-FFF2-40B4-BE49-F238E27FC236}">
                <a16:creationId xmlns:a16="http://schemas.microsoft.com/office/drawing/2014/main" id="{4FF42427-5A94-4CB3-8D1B-64086D13BF03}"/>
              </a:ext>
            </a:extLst>
          </p:cNvPr>
          <p:cNvSpPr>
            <a:spLocks xmlns:a="http://schemas.openxmlformats.org/drawingml/2006/main" noGrp="1"/>
          </p:cNvSpPr>
          <p:nvPr/>
        </p:nvSpPr>
        <p:spPr>
          <a:xfrm xmlns:a="http://schemas.openxmlformats.org/drawingml/2006/main">
            <a:off x="11620500" y="4953000"/>
            <a:ext cx="142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65FF"/>
                </a:solidFill>
                <a:latin typeface="Anton"/>
                <a:ea typeface="Anton"/>
                <a:cs typeface="Anton"/>
              </a:defRPr>
            </a:defPPr>
          </a:lstStyle>
          <a:p xmlns:a="http://schemas.openxmlformats.org/drawingml/2006/main">
            <a:pPr>
              <a:defRPr sz="3150" b="0">
                <a:solidFill>
                  <a:srgbClr val="0065FF"/>
                </a:solidFill>
                <a:latin typeface="Anton"/>
                <a:ea typeface="Anton"/>
                <a:cs typeface="Anton"/>
              </a:defRPr>
            </a:pPr>
            <a:r>
              <a:rPr sz="3150" b="0">
                <a:solidFill>
                  <a:srgbClr val="0065FF"/>
                </a:solidFill>
                <a:latin typeface="Anton"/>
                <a:ea typeface="Anton"/>
                <a:cs typeface="Anton"/>
              </a:rPr>
              <a:t>0</a:t>
            </a:r>
          </a:p>
        </p:txBody>
      </p:sp>
      <p:sp>
        <p:nvSpPr>
          <p:cNvPr id="11" name="">
            <a:extLst xmlns:a="http://schemas.openxmlformats.org/drawingml/2006/main">
              <a:ext uri="{FF2B5EF4-FFF2-40B4-BE49-F238E27FC236}">
                <a16:creationId xmlns:a16="http://schemas.microsoft.com/office/drawing/2014/main" id="{E0825B56-6B0B-4F6C-ADC2-8D8D19B0E1EF}"/>
              </a:ext>
            </a:extLst>
          </p:cNvPr>
          <p:cNvSpPr>
            <a:spLocks xmlns:a="http://schemas.openxmlformats.org/drawingml/2006/main" noGrp="1"/>
          </p:cNvSpPr>
          <p:nvPr/>
        </p:nvSpPr>
        <p:spPr>
          <a:xfrm xmlns:a="http://schemas.openxmlformats.org/drawingml/2006/main">
            <a:off x="13144500" y="5000625"/>
            <a:ext cx="4095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7154D"/>
                </a:solidFill>
                <a:latin typeface="Rubik"/>
                <a:ea typeface="Rubik"/>
                <a:cs typeface="Rubik"/>
              </a:defRPr>
            </a:defPPr>
          </a:lstStyle>
          <a:p xmlns:a="http://schemas.openxmlformats.org/drawingml/2006/main">
            <a:pPr>
              <a:defRPr sz="1875" b="0">
                <a:solidFill>
                  <a:srgbClr val="07154D"/>
                </a:solidFill>
                <a:latin typeface="Rubik"/>
                <a:ea typeface="Rubik"/>
                <a:cs typeface="Rubik"/>
              </a:defRPr>
            </a:pPr>
            <a:r>
              <a:rPr sz="1875" b="0">
                <a:solidFill>
                  <a:srgbClr val="07154D"/>
                </a:solidFill>
                <a:latin typeface="Rubik"/>
                <a:ea typeface="Rubik"/>
                <a:cs typeface="Rubik"/>
              </a:rPr>
              <a:t>negative numeric values</a:t>
            </a:r>
          </a:p>
        </p:txBody>
      </p:sp>
      <p:sp>
        <p:nvSpPr>
          <p:cNvPr id="12" name="">
            <a:extLst xmlns:a="http://schemas.openxmlformats.org/drawingml/2006/main">
              <a:ext uri="{FF2B5EF4-FFF2-40B4-BE49-F238E27FC236}">
                <a16:creationId xmlns:a16="http://schemas.microsoft.com/office/drawing/2014/main" id="{B8724723-A586-4F5A-B62C-E4F593759F2A}"/>
              </a:ext>
            </a:extLst>
          </p:cNvPr>
          <p:cNvSpPr>
            <a:spLocks xmlns:a="http://schemas.openxmlformats.org/drawingml/2006/main" noGrp="1"/>
          </p:cNvSpPr>
          <p:nvPr/>
        </p:nvSpPr>
        <p:spPr>
          <a:xfrm xmlns:a="http://schemas.openxmlformats.org/drawingml/2006/main">
            <a:off x="11620500" y="5667375"/>
            <a:ext cx="142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7154D"/>
                </a:solidFill>
                <a:latin typeface="Anton"/>
                <a:ea typeface="Anton"/>
                <a:cs typeface="Anton"/>
              </a:defRPr>
            </a:defPPr>
          </a:lstStyle>
          <a:p xmlns:a="http://schemas.openxmlformats.org/drawingml/2006/main">
            <a:pPr>
              <a:defRPr sz="3150" b="0">
                <a:solidFill>
                  <a:srgbClr val="07154D"/>
                </a:solidFill>
                <a:latin typeface="Anton"/>
                <a:ea typeface="Anton"/>
                <a:cs typeface="Anton"/>
              </a:defRPr>
            </a:pPr>
            <a:r>
              <a:rPr sz="3150" b="0">
                <a:solidFill>
                  <a:srgbClr val="07154D"/>
                </a:solidFill>
                <a:latin typeface="Anton"/>
                <a:ea typeface="Anton"/>
                <a:cs typeface="Anton"/>
              </a:rPr>
              <a:t>34</a:t>
            </a:r>
          </a:p>
        </p:txBody>
      </p:sp>
      <p:sp>
        <p:nvSpPr>
          <p:cNvPr id="13" name="">
            <a:extLst xmlns:a="http://schemas.openxmlformats.org/drawingml/2006/main">
              <a:ext uri="{FF2B5EF4-FFF2-40B4-BE49-F238E27FC236}">
                <a16:creationId xmlns:a16="http://schemas.microsoft.com/office/drawing/2014/main" id="{1A5698B5-8B01-42C3-B5CC-EDBAD3764CE6}"/>
              </a:ext>
            </a:extLst>
          </p:cNvPr>
          <p:cNvSpPr>
            <a:spLocks xmlns:a="http://schemas.openxmlformats.org/drawingml/2006/main" noGrp="1"/>
          </p:cNvSpPr>
          <p:nvPr/>
        </p:nvSpPr>
        <p:spPr>
          <a:xfrm xmlns:a="http://schemas.openxmlformats.org/drawingml/2006/main">
            <a:off x="13144500" y="5715000"/>
            <a:ext cx="4095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7154D"/>
                </a:solidFill>
                <a:latin typeface="Rubik"/>
                <a:ea typeface="Rubik"/>
                <a:cs typeface="Rubik"/>
              </a:defRPr>
            </a:defPPr>
          </a:lstStyle>
          <a:p xmlns:a="http://schemas.openxmlformats.org/drawingml/2006/main">
            <a:pPr>
              <a:defRPr sz="1875" b="0">
                <a:solidFill>
                  <a:srgbClr val="07154D"/>
                </a:solidFill>
                <a:latin typeface="Rubik"/>
                <a:ea typeface="Rubik"/>
                <a:cs typeface="Rubik"/>
              </a:defRPr>
            </a:pPr>
            <a:r>
              <a:rPr sz="1875" b="0">
                <a:solidFill>
                  <a:srgbClr val="07154D"/>
                </a:solidFill>
                <a:latin typeface="Rubik"/>
                <a:ea typeface="Rubik"/>
                <a:cs typeface="Rubik"/>
              </a:rPr>
              <a:t>implausible ages</a:t>
            </a:r>
          </a:p>
        </p:txBody>
      </p:sp>
      <p:sp>
        <p:nvSpPr>
          <p:cNvPr id="14" name="">
            <a:extLst xmlns:a="http://schemas.openxmlformats.org/drawingml/2006/main">
              <a:ext uri="{FF2B5EF4-FFF2-40B4-BE49-F238E27FC236}">
                <a16:creationId xmlns:a16="http://schemas.microsoft.com/office/drawing/2014/main" id="{490470D5-9F2D-470E-97AA-354AB7BF8BC9}"/>
              </a:ext>
            </a:extLst>
          </p:cNvPr>
          <p:cNvSpPr>
            <a:spLocks xmlns:a="http://schemas.openxmlformats.org/drawingml/2006/main" noGrp="1"/>
          </p:cNvSpPr>
          <p:nvPr/>
        </p:nvSpPr>
        <p:spPr>
          <a:xfrm xmlns:a="http://schemas.openxmlformats.org/drawingml/2006/main">
            <a:off x="11620500" y="6381750"/>
            <a:ext cx="142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7154D"/>
                </a:solidFill>
                <a:latin typeface="Anton"/>
                <a:ea typeface="Anton"/>
                <a:cs typeface="Anton"/>
              </a:defRPr>
            </a:defPPr>
          </a:lstStyle>
          <a:p xmlns:a="http://schemas.openxmlformats.org/drawingml/2006/main">
            <a:pPr>
              <a:defRPr sz="3150" b="0">
                <a:solidFill>
                  <a:srgbClr val="07154D"/>
                </a:solidFill>
                <a:latin typeface="Anton"/>
                <a:ea typeface="Anton"/>
                <a:cs typeface="Anton"/>
              </a:defRPr>
            </a:pPr>
            <a:r>
              <a:rPr sz="3150" b="0">
                <a:solidFill>
                  <a:srgbClr val="07154D"/>
                </a:solidFill>
                <a:latin typeface="Anton"/>
                <a:ea typeface="Anton"/>
                <a:cs typeface="Anton"/>
              </a:rPr>
              <a:t>1</a:t>
            </a:r>
          </a:p>
        </p:txBody>
      </p:sp>
      <p:sp>
        <p:nvSpPr>
          <p:cNvPr id="15" name="">
            <a:extLst xmlns:a="http://schemas.openxmlformats.org/drawingml/2006/main">
              <a:ext uri="{FF2B5EF4-FFF2-40B4-BE49-F238E27FC236}">
                <a16:creationId xmlns:a16="http://schemas.microsoft.com/office/drawing/2014/main" id="{FCC85721-4779-4F8E-B4D2-8BAAF5F4ED22}"/>
              </a:ext>
            </a:extLst>
          </p:cNvPr>
          <p:cNvSpPr>
            <a:spLocks xmlns:a="http://schemas.openxmlformats.org/drawingml/2006/main" noGrp="1"/>
          </p:cNvSpPr>
          <p:nvPr/>
        </p:nvSpPr>
        <p:spPr>
          <a:xfrm xmlns:a="http://schemas.openxmlformats.org/drawingml/2006/main">
            <a:off x="13144500" y="6429375"/>
            <a:ext cx="4095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7154D"/>
                </a:solidFill>
                <a:latin typeface="Rubik"/>
                <a:ea typeface="Rubik"/>
                <a:cs typeface="Rubik"/>
              </a:defRPr>
            </a:defPPr>
          </a:lstStyle>
          <a:p xmlns:a="http://schemas.openxmlformats.org/drawingml/2006/main">
            <a:pPr>
              <a:defRPr sz="1875" b="0">
                <a:solidFill>
                  <a:srgbClr val="07154D"/>
                </a:solidFill>
                <a:latin typeface="Rubik"/>
                <a:ea typeface="Rubik"/>
                <a:cs typeface="Rubik"/>
              </a:defRPr>
            </a:pPr>
            <a:r>
              <a:rPr sz="1875" b="0">
                <a:solidFill>
                  <a:srgbClr val="07154D"/>
                </a:solidFill>
                <a:latin typeface="Rubik"/>
                <a:ea typeface="Rubik"/>
                <a:cs typeface="Rubik"/>
              </a:rPr>
              <a:t>service-age inconsistency</a:t>
            </a:r>
          </a:p>
        </p:txBody>
      </p:sp>
      <p:sp>
        <p:nvSpPr>
          <p:cNvPr id="16" name="">
            <a:extLst xmlns:a="http://schemas.openxmlformats.org/drawingml/2006/main">
              <a:ext uri="{FF2B5EF4-FFF2-40B4-BE49-F238E27FC236}">
                <a16:creationId xmlns:a16="http://schemas.microsoft.com/office/drawing/2014/main" id="{E86CB333-C870-4ACD-8171-AFA62D1A2921}"/>
              </a:ext>
            </a:extLst>
          </p:cNvPr>
          <p:cNvSpPr>
            <a:spLocks xmlns:a="http://schemas.openxmlformats.org/drawingml/2006/main" noGrp="1"/>
          </p:cNvSpPr>
          <p:nvPr/>
        </p:nvSpPr>
        <p:spPr>
          <a:xfrm xmlns:a="http://schemas.openxmlformats.org/drawingml/2006/main">
            <a:off x="11620500" y="7096125"/>
            <a:ext cx="142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7154D"/>
                </a:solidFill>
                <a:latin typeface="Anton"/>
                <a:ea typeface="Anton"/>
                <a:cs typeface="Anton"/>
              </a:defRPr>
            </a:defPPr>
          </a:lstStyle>
          <a:p xmlns:a="http://schemas.openxmlformats.org/drawingml/2006/main">
            <a:pPr>
              <a:defRPr sz="3150" b="0">
                <a:solidFill>
                  <a:srgbClr val="07154D"/>
                </a:solidFill>
                <a:latin typeface="Anton"/>
                <a:ea typeface="Anton"/>
                <a:cs typeface="Anton"/>
              </a:defRPr>
            </a:pPr>
            <a:r>
              <a:rPr sz="3150" b="0">
                <a:solidFill>
                  <a:srgbClr val="07154D"/>
                </a:solidFill>
                <a:latin typeface="Anton"/>
                <a:ea typeface="Anton"/>
                <a:cs typeface="Anton"/>
              </a:rPr>
              <a:t>1,320</a:t>
            </a:r>
          </a:p>
        </p:txBody>
      </p:sp>
      <p:sp>
        <p:nvSpPr>
          <p:cNvPr id="17" name="">
            <a:extLst xmlns:a="http://schemas.openxmlformats.org/drawingml/2006/main">
              <a:ext uri="{FF2B5EF4-FFF2-40B4-BE49-F238E27FC236}">
                <a16:creationId xmlns:a16="http://schemas.microsoft.com/office/drawing/2014/main" id="{056D7CCE-5316-406A-A469-F76C6FD721C5}"/>
              </a:ext>
            </a:extLst>
          </p:cNvPr>
          <p:cNvSpPr>
            <a:spLocks xmlns:a="http://schemas.openxmlformats.org/drawingml/2006/main" noGrp="1"/>
          </p:cNvSpPr>
          <p:nvPr/>
        </p:nvSpPr>
        <p:spPr>
          <a:xfrm xmlns:a="http://schemas.openxmlformats.org/drawingml/2006/main">
            <a:off x="13144500" y="7143750"/>
            <a:ext cx="4095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7154D"/>
                </a:solidFill>
                <a:latin typeface="Rubik"/>
                <a:ea typeface="Rubik"/>
                <a:cs typeface="Rubik"/>
              </a:defRPr>
            </a:defPPr>
          </a:lstStyle>
          <a:p xmlns:a="http://schemas.openxmlformats.org/drawingml/2006/main">
            <a:pPr>
              <a:defRPr sz="1875" b="0">
                <a:solidFill>
                  <a:srgbClr val="07154D"/>
                </a:solidFill>
                <a:latin typeface="Rubik"/>
                <a:ea typeface="Rubik"/>
                <a:cs typeface="Rubik"/>
              </a:defRPr>
            </a:pPr>
            <a:r>
              <a:rPr sz="1875" b="0">
                <a:solidFill>
                  <a:srgbClr val="07154D"/>
                </a:solidFill>
                <a:latin typeface="Rubik"/>
                <a:ea typeface="Rubik"/>
                <a:cs typeface="Rubik"/>
              </a:rPr>
              <a:t>zero-absence records</a:t>
            </a:r>
          </a:p>
        </p:txBody>
      </p:sp>
      <p:sp>
        <p:nvSpPr>
          <p:cNvPr id="18" name="">
            <a:extLst xmlns:a="http://schemas.openxmlformats.org/drawingml/2006/main">
              <a:ext uri="{FF2B5EF4-FFF2-40B4-BE49-F238E27FC236}">
                <a16:creationId xmlns:a16="http://schemas.microsoft.com/office/drawing/2014/main" id="{6ABA403A-2686-488B-8DB0-FF03DB222A5F}"/>
              </a:ext>
            </a:extLst>
          </p:cNvPr>
          <p:cNvSpPr>
            <a:spLocks xmlns:a="http://schemas.openxmlformats.org/drawingml/2006/main" noGrp="1"/>
          </p:cNvSpPr>
          <p:nvPr/>
        </p:nvSpPr>
        <p:spPr>
          <a:xfrm xmlns:a="http://schemas.openxmlformats.org/drawingml/2006/main">
            <a:off x="11620500" y="7810500"/>
            <a:ext cx="142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7154D"/>
                </a:solidFill>
                <a:latin typeface="Anton"/>
                <a:ea typeface="Anton"/>
                <a:cs typeface="Anton"/>
              </a:defRPr>
            </a:defPPr>
          </a:lstStyle>
          <a:p xmlns:a="http://schemas.openxmlformats.org/drawingml/2006/main">
            <a:pPr>
              <a:defRPr sz="3150" b="0">
                <a:solidFill>
                  <a:srgbClr val="07154D"/>
                </a:solidFill>
                <a:latin typeface="Anton"/>
                <a:ea typeface="Anton"/>
                <a:cs typeface="Anton"/>
              </a:defRPr>
            </a:pPr>
            <a:r>
              <a:rPr sz="3150" b="0">
                <a:solidFill>
                  <a:srgbClr val="07154D"/>
                </a:solidFill>
                <a:latin typeface="Anton"/>
                <a:ea typeface="Anton"/>
                <a:cs typeface="Anton"/>
              </a:rPr>
              <a:t>44</a:t>
            </a:r>
          </a:p>
        </p:txBody>
      </p:sp>
      <p:sp>
        <p:nvSpPr>
          <p:cNvPr id="19" name="">
            <a:extLst xmlns:a="http://schemas.openxmlformats.org/drawingml/2006/main">
              <a:ext uri="{FF2B5EF4-FFF2-40B4-BE49-F238E27FC236}">
                <a16:creationId xmlns:a16="http://schemas.microsoft.com/office/drawing/2014/main" id="{AAC61559-3425-492A-AB45-7763E145F738}"/>
              </a:ext>
            </a:extLst>
          </p:cNvPr>
          <p:cNvSpPr>
            <a:spLocks xmlns:a="http://schemas.openxmlformats.org/drawingml/2006/main" noGrp="1"/>
          </p:cNvSpPr>
          <p:nvPr/>
        </p:nvSpPr>
        <p:spPr>
          <a:xfrm xmlns:a="http://schemas.openxmlformats.org/drawingml/2006/main">
            <a:off x="13144500" y="7858125"/>
            <a:ext cx="4095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7154D"/>
                </a:solidFill>
                <a:latin typeface="Rubik"/>
                <a:ea typeface="Rubik"/>
                <a:cs typeface="Rubik"/>
              </a:defRPr>
            </a:defPPr>
          </a:lstStyle>
          <a:p xmlns:a="http://schemas.openxmlformats.org/drawingml/2006/main">
            <a:pPr>
              <a:defRPr sz="1875" b="0">
                <a:solidFill>
                  <a:srgbClr val="07154D"/>
                </a:solidFill>
                <a:latin typeface="Rubik"/>
                <a:ea typeface="Rubik"/>
                <a:cs typeface="Rubik"/>
              </a:defRPr>
            </a:pPr>
            <a:r>
              <a:rPr sz="1875" b="0">
                <a:solidFill>
                  <a:srgbClr val="07154D"/>
                </a:solidFill>
                <a:latin typeface="Rubik"/>
                <a:ea typeface="Rubik"/>
                <a:cs typeface="Rubik"/>
              </a:rPr>
              <a:t>high IQR outliers</a:t>
            </a:r>
          </a:p>
        </p:txBody>
      </p:sp>
      <p:sp>
        <p:nvSpPr>
          <p:cNvPr id="20" name="">
            <a:extLst xmlns:a="http://schemas.openxmlformats.org/drawingml/2006/main">
              <a:ext uri="{FF2B5EF4-FFF2-40B4-BE49-F238E27FC236}">
                <a16:creationId xmlns:a16="http://schemas.microsoft.com/office/drawing/2014/main" id="{77FC954C-F1AB-471C-A5E7-A6AB273066F2}"/>
              </a:ext>
            </a:extLst>
          </p:cNvPr>
          <p:cNvSpPr>
            <a:spLocks xmlns:a="http://schemas.openxmlformats.org/drawingml/2006/main" noGrp="1"/>
          </p:cNvSpPr>
          <p:nvPr/>
        </p:nvSpPr>
        <p:spPr>
          <a:xfrm xmlns:a="http://schemas.openxmlformats.org/drawingml/2006/main">
            <a:off x="1047750" y="9144000"/>
            <a:ext cx="15716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B506C"/>
                </a:solidFill>
                <a:latin typeface="Rubik"/>
                <a:ea typeface="Rubik"/>
                <a:cs typeface="Rubik"/>
              </a:defRPr>
            </a:defPPr>
          </a:lstStyle>
          <a:p xmlns:a="http://schemas.openxmlformats.org/drawingml/2006/main">
            <a:pPr>
              <a:defRPr sz="2025" b="0">
                <a:solidFill>
                  <a:srgbClr val="3B506C"/>
                </a:solidFill>
                <a:latin typeface="Rubik"/>
                <a:ea typeface="Rubik"/>
                <a:cs typeface="Rubik"/>
              </a:defRPr>
            </a:pPr>
            <a:r>
              <a:rPr sz="2025" b="0">
                <a:solidFill>
                  <a:srgbClr val="3B506C"/>
                </a:solidFill>
                <a:latin typeface="Rubik"/>
                <a:ea typeface="Rubik"/>
                <a:cs typeface="Rubik"/>
              </a:rPr>
              <a:t>The dataset is suitable for comparison and prediction, but flagged records require sensitivity analysis.</a:t>
            </a:r>
          </a:p>
        </p:txBody>
      </p:sp>
      <p:sp>
        <p:nvSpPr>
          <p:cNvPr id="21" name="">
            <a:extLst xmlns:a="http://schemas.openxmlformats.org/drawingml/2006/main">
              <a:ext uri="{FF2B5EF4-FFF2-40B4-BE49-F238E27FC236}">
                <a16:creationId xmlns:a16="http://schemas.microsoft.com/office/drawing/2014/main" id="{7EB7D7FD-9815-4158-BDD4-2B3B15C38411}"/>
              </a:ext>
            </a:extLst>
          </p:cNvPr>
          <p:cNvSpPr>
            <a:spLocks xmlns:a="http://schemas.openxmlformats.org/drawingml/2006/main" noGrp="1"/>
          </p:cNvSpPr>
          <p:nvPr/>
        </p:nvSpPr>
        <p:spPr>
          <a:xfrm xmlns:a="http://schemas.openxmlformats.org/drawingml/2006/main">
            <a:off x="17049750" y="9382125"/>
            <a:ext cx="628650" cy="628650"/>
          </a:xfrm>
          <a:prstGeom xmlns:a="http://schemas.openxmlformats.org/drawingml/2006/main" prst="ellipse">
            <a:avLst/>
          </a:prstGeom>
          <a:solidFill xmlns:a="http://schemas.openxmlformats.org/drawingml/2006/main">
            <a:srgbClr val="07154D"/>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22F7A07A-1F6D-468C-8AE7-4A959BE6E8A5}"/>
              </a:ext>
            </a:extLst>
          </p:cNvPr>
          <p:cNvSpPr>
            <a:spLocks xmlns:a="http://schemas.openxmlformats.org/drawingml/2006/main" noGrp="1"/>
          </p:cNvSpPr>
          <p:nvPr/>
        </p:nvSpPr>
        <p:spPr>
          <a:xfrm xmlns:a="http://schemas.openxmlformats.org/drawingml/2006/main">
            <a:off x="17049750" y="9467850"/>
            <a:ext cx="628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950" b="1">
                <a:solidFill>
                  <a:srgbClr val="FFFFFF"/>
                </a:solidFill>
                <a:latin typeface="Rubik"/>
                <a:ea typeface="Rubik"/>
                <a:cs typeface="Rubik"/>
              </a:defRPr>
            </a:defPPr>
          </a:lstStyle>
          <a:p xmlns:a="http://schemas.openxmlformats.org/drawingml/2006/main">
            <a:pPr algn="ctr">
              <a:defRPr sz="1950" b="1">
                <a:solidFill>
                  <a:srgbClr val="FFFFFF"/>
                </a:solidFill>
                <a:latin typeface="Rubik"/>
                <a:ea typeface="Rubik"/>
                <a:cs typeface="Rubik"/>
              </a:defRPr>
            </a:pPr>
            <a:r>
              <a:rPr sz="1950" b="1">
                <a:solidFill>
                  <a:srgbClr val="FFFFFF"/>
                </a:solidFill>
                <a:latin typeface="Rubik"/>
                <a:ea typeface="Rubik"/>
                <a:cs typeface="Rubik"/>
              </a:rPr>
              <a:t>6</a:t>
            </a:r>
          </a:p>
        </p:txBody>
      </p:sp>
    </p:spTree>
    <p:extLst>
      <p:ext uri="{BB962C8B-B14F-4D97-AF65-F5344CB8AC3E}">
        <p14:creationId xmlns:p14="http://schemas.microsoft.com/office/powerpoint/2010/main" val="170083025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639E9F14-3F47-4293-98E3-113E743DF5CD}"/>
              </a:ext>
            </a:extLst>
          </p:cNvPr>
          <p:cNvPicPr>
            <a:picLocks xmlns:a="http://schemas.openxmlformats.org/drawingml/2006/main" noChangeAspect="1"/>
          </p:cNvPicPr>
          <p:nvPr/>
        </p:nvPicPr>
        <p:blipFill>
          <a:blip xmlns:r="http://schemas.openxmlformats.org/officeDocument/2006/relationships" xmlns:a="http://schemas.openxmlformats.org/drawingml/2006/main" r:embed="Rad5fea576b50449a"/>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C6CFC89-BF64-49B5-9A69-2944D68BB540}"/>
              </a:ext>
            </a:extLst>
          </p:cNvPr>
          <p:cNvSpPr>
            <a:spLocks xmlns:a="http://schemas.openxmlformats.org/drawingml/2006/main" noGrp="1"/>
          </p:cNvSpPr>
          <p:nvPr/>
        </p:nvSpPr>
        <p:spPr>
          <a:xfrm xmlns:a="http://schemas.openxmlformats.org/drawingml/2006/main">
            <a:off x="1000125" y="428625"/>
            <a:ext cx="16192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0">
                <a:solidFill>
                  <a:srgbClr val="07154D"/>
                </a:solidFill>
                <a:latin typeface="Anton"/>
                <a:ea typeface="Anton"/>
                <a:cs typeface="Anton"/>
              </a:defRPr>
            </a:defPPr>
          </a:lstStyle>
          <a:p xmlns:a="http://schemas.openxmlformats.org/drawingml/2006/main">
            <a:pPr>
              <a:defRPr sz="5700" b="0">
                <a:solidFill>
                  <a:srgbClr val="07154D"/>
                </a:solidFill>
                <a:latin typeface="Anton"/>
                <a:ea typeface="Anton"/>
                <a:cs typeface="Anton"/>
              </a:defRPr>
            </a:pPr>
            <a:r>
              <a:rPr sz="5700" b="0">
                <a:solidFill>
                  <a:srgbClr val="07154D"/>
                </a:solidFill>
                <a:latin typeface="Anton"/>
                <a:ea typeface="Anton"/>
                <a:cs typeface="Anton"/>
              </a:rPr>
              <a:t>DESCRIPTIVE ANALYSIS &amp;</a:t>
            </a:r>
          </a:p>
          <a:p xmlns:a="http://schemas.openxmlformats.org/drawingml/2006/main">
            <a:pPr>
              <a:defRPr sz="5700" b="0">
                <a:solidFill>
                  <a:srgbClr val="07154D"/>
                </a:solidFill>
                <a:latin typeface="Anton"/>
                <a:ea typeface="Anton"/>
                <a:cs typeface="Anton"/>
              </a:defRPr>
            </a:pPr>
            <a:r>
              <a:rPr sz="5700" b="0">
                <a:solidFill>
                  <a:srgbClr val="07154D"/>
                </a:solidFill>
                <a:latin typeface="Anton"/>
                <a:ea typeface="Anton"/>
                <a:cs typeface="Anton"/>
              </a:rPr>
              <a:t>INITIAL INSIGHTS</a:t>
            </a:r>
          </a:p>
        </p:txBody>
      </p:sp>
      <p:sp>
        <p:nvSpPr>
          <p:cNvPr id="3" name="">
            <a:extLst xmlns:a="http://schemas.openxmlformats.org/drawingml/2006/main">
              <a:ext uri="{FF2B5EF4-FFF2-40B4-BE49-F238E27FC236}">
                <a16:creationId xmlns:a16="http://schemas.microsoft.com/office/drawing/2014/main" id="{13D29774-4411-4DE9-B804-305C5B1EE742}"/>
              </a:ext>
            </a:extLst>
          </p:cNvPr>
          <p:cNvSpPr>
            <a:spLocks xmlns:a="http://schemas.openxmlformats.org/drawingml/2006/main" noGrp="1"/>
          </p:cNvSpPr>
          <p:nvPr/>
        </p:nvSpPr>
        <p:spPr>
          <a:xfrm xmlns:a="http://schemas.openxmlformats.org/drawingml/2006/main">
            <a:off x="1047750" y="2381250"/>
            <a:ext cx="1628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5FF"/>
                </a:solidFill>
                <a:latin typeface="Rubik"/>
                <a:ea typeface="Rubik"/>
                <a:cs typeface="Rubik"/>
              </a:defRPr>
            </a:defPPr>
          </a:lstStyle>
          <a:p xmlns:a="http://schemas.openxmlformats.org/drawingml/2006/main">
            <a:pPr>
              <a:defRPr sz="2100" b="1">
                <a:solidFill>
                  <a:srgbClr val="0065FF"/>
                </a:solidFill>
                <a:latin typeface="Rubik"/>
                <a:ea typeface="Rubik"/>
                <a:cs typeface="Rubik"/>
              </a:defRPr>
            </a:pPr>
            <a:r>
              <a:rPr sz="2100" b="1">
                <a:solidFill>
                  <a:srgbClr val="0065FF"/>
                </a:solidFill>
                <a:latin typeface="Rubik"/>
                <a:ea typeface="Rubik"/>
                <a:cs typeface="Rubik"/>
              </a:rPr>
              <a:t>Mean 61.284 h   Median 56.006 h   SD 49.038 h   IQR 64 h   Range 0–240 h   Skewness 0.642</a:t>
            </a:r>
          </a:p>
        </p:txBody>
      </p:sp>
      <p:pic>
        <p:nvPicPr>
          <p:cNvPr id="4" name="">
            <a:extLst xmlns:a="http://schemas.openxmlformats.org/drawingml/2006/main">
              <a:ext uri="{FF2B5EF4-FFF2-40B4-BE49-F238E27FC236}">
                <a16:creationId xmlns:a16="http://schemas.microsoft.com/office/drawing/2014/main" id="{4C0E3B38-CD8C-4AB5-A027-A05B158CDBDF}"/>
              </a:ext>
            </a:extLst>
          </p:cNvPr>
          <p:cNvPicPr>
            <a:picLocks xmlns:a="http://schemas.openxmlformats.org/drawingml/2006/main" noChangeAspect="1"/>
          </p:cNvPicPr>
          <p:nvPr/>
        </p:nvPicPr>
        <p:blipFill>
          <a:blip xmlns:r="http://schemas.openxmlformats.org/officeDocument/2006/relationships" xmlns:a="http://schemas.openxmlformats.org/drawingml/2006/main" r:embed="R57a4346e23464e8f"/>
          <a:stretch xmlns:a="http://schemas.openxmlformats.org/drawingml/2006/main"/>
        </p:blipFill>
        <p:spPr>
          <a:xfrm xmlns:a="http://schemas.openxmlformats.org/drawingml/2006/main">
            <a:off x="1066800" y="3143250"/>
            <a:ext cx="7772400" cy="48577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7B66911C-E63B-4BA5-8A8A-0D3D67E1F50F}"/>
              </a:ext>
            </a:extLst>
          </p:cNvPr>
          <p:cNvPicPr>
            <a:picLocks xmlns:a="http://schemas.openxmlformats.org/drawingml/2006/main" noChangeAspect="1"/>
          </p:cNvPicPr>
          <p:nvPr/>
        </p:nvPicPr>
        <p:blipFill>
          <a:blip xmlns:r="http://schemas.openxmlformats.org/officeDocument/2006/relationships" xmlns:a="http://schemas.openxmlformats.org/drawingml/2006/main" r:embed="R8d1097025c2b4815"/>
          <a:stretch xmlns:a="http://schemas.openxmlformats.org/drawingml/2006/main"/>
        </p:blipFill>
        <p:spPr>
          <a:xfrm xmlns:a="http://schemas.openxmlformats.org/drawingml/2006/main">
            <a:off x="9448800" y="3143250"/>
            <a:ext cx="7772400" cy="4857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3D4DC69-9857-45EA-A1F2-7DCB51F58140}"/>
              </a:ext>
            </a:extLst>
          </p:cNvPr>
          <p:cNvSpPr>
            <a:spLocks xmlns:a="http://schemas.openxmlformats.org/drawingml/2006/main" noGrp="1"/>
          </p:cNvSpPr>
          <p:nvPr/>
        </p:nvSpPr>
        <p:spPr>
          <a:xfrm xmlns:a="http://schemas.openxmlformats.org/drawingml/2006/main">
            <a:off x="1047750" y="8143875"/>
            <a:ext cx="1619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7154D"/>
                </a:solidFill>
                <a:latin typeface="Rubik"/>
                <a:ea typeface="Rubik"/>
                <a:cs typeface="Rubik"/>
              </a:defRPr>
            </a:defPPr>
          </a:lstStyle>
          <a:p xmlns:a="http://schemas.openxmlformats.org/drawingml/2006/main">
            <a:pPr>
              <a:defRPr sz="2175" b="1">
                <a:solidFill>
                  <a:srgbClr val="07154D"/>
                </a:solidFill>
                <a:latin typeface="Rubik"/>
                <a:ea typeface="Rubik"/>
                <a:cs typeface="Rubik"/>
              </a:defRPr>
            </a:pPr>
            <a:r>
              <a:rPr sz="2175" b="1">
                <a:solidFill>
                  <a:srgbClr val="07154D"/>
                </a:solidFill>
                <a:latin typeface="Rubik"/>
                <a:ea typeface="Rubik"/>
                <a:cs typeface="Rubik"/>
              </a:rPr>
              <a:t>Zero absence: 1,320 employees (15.83%)</a:t>
            </a:r>
          </a:p>
        </p:txBody>
      </p:sp>
      <p:sp>
        <p:nvSpPr>
          <p:cNvPr id="7" name="">
            <a:extLst xmlns:a="http://schemas.openxmlformats.org/drawingml/2006/main">
              <a:ext uri="{FF2B5EF4-FFF2-40B4-BE49-F238E27FC236}">
                <a16:creationId xmlns:a16="http://schemas.microsoft.com/office/drawing/2014/main" id="{40181036-8A3F-4CD3-A082-3DE0CC95888D}"/>
              </a:ext>
            </a:extLst>
          </p:cNvPr>
          <p:cNvSpPr>
            <a:spLocks xmlns:a="http://schemas.openxmlformats.org/drawingml/2006/main" noGrp="1"/>
          </p:cNvSpPr>
          <p:nvPr/>
        </p:nvSpPr>
        <p:spPr>
          <a:xfrm xmlns:a="http://schemas.openxmlformats.org/drawingml/2006/main">
            <a:off x="1047750" y="8696325"/>
            <a:ext cx="1619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07154D"/>
                </a:solidFill>
                <a:latin typeface="Rubik"/>
                <a:ea typeface="Rubik"/>
                <a:cs typeface="Rubik"/>
              </a:defRPr>
            </a:defPPr>
          </a:lstStyle>
          <a:p xmlns:a="http://schemas.openxmlformats.org/drawingml/2006/main">
            <a:pPr>
              <a:defRPr sz="2100" b="0">
                <a:solidFill>
                  <a:srgbClr val="07154D"/>
                </a:solidFill>
                <a:latin typeface="Rubik"/>
                <a:ea typeface="Rubik"/>
                <a:cs typeface="Rubik"/>
              </a:defRPr>
            </a:pPr>
            <a:r>
              <a:rPr sz="2100" b="0">
                <a:solidFill>
                  <a:srgbClr val="07154D"/>
                </a:solidFill>
                <a:latin typeface="Rubik"/>
                <a:ea typeface="Rubik"/>
                <a:cs typeface="Rubik"/>
              </a:rPr>
              <a:t>Age: Pearson r = 0.8302; Spearman ρ = 0.8419; both p &lt; 0.001</a:t>
            </a:r>
          </a:p>
        </p:txBody>
      </p:sp>
      <p:sp>
        <p:nvSpPr>
          <p:cNvPr id="8" name="">
            <a:extLst xmlns:a="http://schemas.openxmlformats.org/drawingml/2006/main">
              <a:ext uri="{FF2B5EF4-FFF2-40B4-BE49-F238E27FC236}">
                <a16:creationId xmlns:a16="http://schemas.microsoft.com/office/drawing/2014/main" id="{21FD4BE1-4BFD-475B-BD01-10107B00C164}"/>
              </a:ext>
            </a:extLst>
          </p:cNvPr>
          <p:cNvSpPr>
            <a:spLocks xmlns:a="http://schemas.openxmlformats.org/drawingml/2006/main" noGrp="1"/>
          </p:cNvSpPr>
          <p:nvPr/>
        </p:nvSpPr>
        <p:spPr>
          <a:xfrm xmlns:a="http://schemas.openxmlformats.org/drawingml/2006/main">
            <a:off x="1047750" y="9267825"/>
            <a:ext cx="1619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07154D"/>
                </a:solidFill>
                <a:latin typeface="Rubik"/>
                <a:ea typeface="Rubik"/>
                <a:cs typeface="Rubik"/>
              </a:defRPr>
            </a:defPPr>
          </a:lstStyle>
          <a:p xmlns:a="http://schemas.openxmlformats.org/drawingml/2006/main">
            <a:pPr>
              <a:defRPr sz="2100" b="0">
                <a:solidFill>
                  <a:srgbClr val="07154D"/>
                </a:solidFill>
                <a:latin typeface="Rubik"/>
                <a:ea typeface="Rubik"/>
                <a:cs typeface="Rubik"/>
              </a:defRPr>
            </a:pPr>
            <a:r>
              <a:rPr sz="2100" b="0">
                <a:solidFill>
                  <a:srgbClr val="07154D"/>
                </a:solidFill>
                <a:latin typeface="Rubik"/>
                <a:ea typeface="Rubik"/>
                <a:cs typeface="Rubik"/>
              </a:rPr>
              <a:t>LengthService has negligible practical association: Pearson r = −0.0442; Spearman ρ = −0.0141.</a:t>
            </a:r>
          </a:p>
        </p:txBody>
      </p:sp>
      <p:sp>
        <p:nvSpPr>
          <p:cNvPr id="9" name="">
            <a:extLst xmlns:a="http://schemas.openxmlformats.org/drawingml/2006/main">
              <a:ext uri="{FF2B5EF4-FFF2-40B4-BE49-F238E27FC236}">
                <a16:creationId xmlns:a16="http://schemas.microsoft.com/office/drawing/2014/main" id="{3B7005BD-59B9-4E49-BB7E-09B4967AFA09}"/>
              </a:ext>
            </a:extLst>
          </p:cNvPr>
          <p:cNvSpPr>
            <a:spLocks xmlns:a="http://schemas.openxmlformats.org/drawingml/2006/main" noGrp="1"/>
          </p:cNvSpPr>
          <p:nvPr/>
        </p:nvSpPr>
        <p:spPr>
          <a:xfrm xmlns:a="http://schemas.openxmlformats.org/drawingml/2006/main">
            <a:off x="17049750" y="9382125"/>
            <a:ext cx="628650" cy="628650"/>
          </a:xfrm>
          <a:prstGeom xmlns:a="http://schemas.openxmlformats.org/drawingml/2006/main" prst="ellipse">
            <a:avLst/>
          </a:prstGeom>
          <a:solidFill xmlns:a="http://schemas.openxmlformats.org/drawingml/2006/main">
            <a:srgbClr val="07154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EF47C81-ACBA-456A-B8D0-8C812FB3353A}"/>
              </a:ext>
            </a:extLst>
          </p:cNvPr>
          <p:cNvSpPr>
            <a:spLocks xmlns:a="http://schemas.openxmlformats.org/drawingml/2006/main" noGrp="1"/>
          </p:cNvSpPr>
          <p:nvPr/>
        </p:nvSpPr>
        <p:spPr>
          <a:xfrm xmlns:a="http://schemas.openxmlformats.org/drawingml/2006/main">
            <a:off x="17049750" y="9467850"/>
            <a:ext cx="628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950" b="1">
                <a:solidFill>
                  <a:srgbClr val="FFFFFF"/>
                </a:solidFill>
                <a:latin typeface="Rubik"/>
                <a:ea typeface="Rubik"/>
                <a:cs typeface="Rubik"/>
              </a:defRPr>
            </a:defPPr>
          </a:lstStyle>
          <a:p xmlns:a="http://schemas.openxmlformats.org/drawingml/2006/main">
            <a:pPr algn="ctr">
              <a:defRPr sz="1950" b="1">
                <a:solidFill>
                  <a:srgbClr val="FFFFFF"/>
                </a:solidFill>
                <a:latin typeface="Rubik"/>
                <a:ea typeface="Rubik"/>
                <a:cs typeface="Rubik"/>
              </a:defRPr>
            </a:pPr>
            <a:r>
              <a:rPr sz="1950" b="1">
                <a:solidFill>
                  <a:srgbClr val="FFFFFF"/>
                </a:solidFill>
                <a:latin typeface="Rubik"/>
                <a:ea typeface="Rubik"/>
                <a:cs typeface="Rubik"/>
              </a:rPr>
              <a:t>7</a:t>
            </a:r>
          </a:p>
        </p:txBody>
      </p:sp>
    </p:spTree>
    <p:extLst>
      <p:ext uri="{BB962C8B-B14F-4D97-AF65-F5344CB8AC3E}">
        <p14:creationId xmlns:p14="http://schemas.microsoft.com/office/powerpoint/2010/main" val="26580255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9BE15A4F-D78F-44EA-B788-3179127BF1B1}"/>
              </a:ext>
            </a:extLst>
          </p:cNvPr>
          <p:cNvPicPr>
            <a:picLocks xmlns:a="http://schemas.openxmlformats.org/drawingml/2006/main" noChangeAspect="1"/>
          </p:cNvPicPr>
          <p:nvPr/>
        </p:nvPicPr>
        <p:blipFill>
          <a:blip xmlns:r="http://schemas.openxmlformats.org/officeDocument/2006/relationships" xmlns:a="http://schemas.openxmlformats.org/drawingml/2006/main" r:embed="R803840cc74544716"/>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BEB300A-4A25-42DA-927D-684E9AD89E7D}"/>
              </a:ext>
            </a:extLst>
          </p:cNvPr>
          <p:cNvSpPr>
            <a:spLocks xmlns:a="http://schemas.openxmlformats.org/drawingml/2006/main" noGrp="1"/>
          </p:cNvSpPr>
          <p:nvPr/>
        </p:nvSpPr>
        <p:spPr>
          <a:xfrm xmlns:a="http://schemas.openxmlformats.org/drawingml/2006/main">
            <a:off x="1000125" y="619125"/>
            <a:ext cx="152400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0">
                <a:solidFill>
                  <a:srgbClr val="07154D"/>
                </a:solidFill>
                <a:latin typeface="Anton"/>
                <a:ea typeface="Anton"/>
                <a:cs typeface="Anton"/>
              </a:defRPr>
            </a:defPPr>
          </a:lstStyle>
          <a:p xmlns:a="http://schemas.openxmlformats.org/drawingml/2006/main">
            <a:pPr>
              <a:defRPr sz="5700" b="0">
                <a:solidFill>
                  <a:srgbClr val="07154D"/>
                </a:solidFill>
                <a:latin typeface="Anton"/>
                <a:ea typeface="Anton"/>
                <a:cs typeface="Anton"/>
              </a:defRPr>
            </a:pPr>
            <a:r>
              <a:rPr sz="5700" b="0">
                <a:solidFill>
                  <a:srgbClr val="07154D"/>
                </a:solidFill>
                <a:latin typeface="Anton"/>
                <a:ea typeface="Anton"/>
                <a:cs typeface="Anton"/>
              </a:rPr>
              <a:t>STATISTICAL INFERENCE</a:t>
            </a:r>
          </a:p>
          <a:p xmlns:a="http://schemas.openxmlformats.org/drawingml/2006/main">
            <a:pPr>
              <a:defRPr sz="5700" b="0">
                <a:solidFill>
                  <a:srgbClr val="07154D"/>
                </a:solidFill>
                <a:latin typeface="Anton"/>
                <a:ea typeface="Anton"/>
                <a:cs typeface="Anton"/>
              </a:defRPr>
            </a:pPr>
            <a:r>
              <a:rPr sz="5700" b="0">
                <a:solidFill>
                  <a:srgbClr val="07154D"/>
                </a:solidFill>
                <a:latin typeface="Anton"/>
                <a:ea typeface="Anton"/>
                <a:cs typeface="Anton"/>
              </a:rPr>
              <a:t>EVIDENCE</a:t>
            </a:r>
          </a:p>
        </p:txBody>
      </p:sp>
      <p:sp>
        <p:nvSpPr>
          <p:cNvPr id="3" name="">
            <a:extLst xmlns:a="http://schemas.openxmlformats.org/drawingml/2006/main">
              <a:ext uri="{FF2B5EF4-FFF2-40B4-BE49-F238E27FC236}">
                <a16:creationId xmlns:a16="http://schemas.microsoft.com/office/drawing/2014/main" id="{00247352-3CF3-40BB-BEB8-C7BF7F256B23}"/>
              </a:ext>
            </a:extLst>
          </p:cNvPr>
          <p:cNvSpPr>
            <a:spLocks xmlns:a="http://schemas.openxmlformats.org/drawingml/2006/main" noGrp="1"/>
          </p:cNvSpPr>
          <p:nvPr/>
        </p:nvSpPr>
        <p:spPr>
          <a:xfrm xmlns:a="http://schemas.openxmlformats.org/drawingml/2006/main">
            <a:off x="1047750" y="2667000"/>
            <a:ext cx="14954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65FF"/>
                </a:solidFill>
                <a:latin typeface="Rubik"/>
                <a:ea typeface="Rubik"/>
                <a:cs typeface="Rubik"/>
              </a:defRPr>
            </a:defPPr>
          </a:lstStyle>
          <a:p xmlns:a="http://schemas.openxmlformats.org/drawingml/2006/main">
            <a:pPr>
              <a:defRPr sz="2175" b="1">
                <a:solidFill>
                  <a:srgbClr val="0065FF"/>
                </a:solidFill>
                <a:latin typeface="Rubik"/>
                <a:ea typeface="Rubik"/>
                <a:cs typeface="Rubik"/>
              </a:defRPr>
            </a:pPr>
            <a:r>
              <a:rPr sz="2175" b="1">
                <a:solidFill>
                  <a:srgbClr val="0065FF"/>
                </a:solidFill>
                <a:latin typeface="Rubik"/>
                <a:ea typeface="Rubik"/>
                <a:cs typeface="Rubik"/>
              </a:rPr>
              <a:t>Welch ANOVA and Kruskal-Wallis at α = 0.05; Holm adjustment for pairwise tests</a:t>
            </a:r>
          </a:p>
        </p:txBody>
      </p:sp>
      <p:graphicFrame>
        <p:nvGraphicFramePr>
          <p:cNvPr id="4" name="">
            <a:extLst xmlns:a="http://schemas.openxmlformats.org/drawingml/2006/main">
              <a:ext uri="{FF2B5EF4-FFF2-40B4-BE49-F238E27FC236}">
                <a16:creationId xmlns:a16="http://schemas.microsoft.com/office/drawing/2014/main" id="{F5CC69B5-DF55-4C3E-B0FA-22C73C468D6A}"/>
              </a:ext>
            </a:extLst>
          </p:cNvPr>
          <p:cNvGraphicFramePr/>
          <p:nvPr/>
        </p:nvGraphicFramePr>
        <p:xfrm>
          <a:off xmlns:a="http://schemas.openxmlformats.org/drawingml/2006/main" x="1047750" y="3476625"/>
          <a:ext xmlns:a="http://schemas.openxmlformats.org/drawingml/2006/main" cx="15144750" cy="3333750"/>
        </p:xfrm>
        <a:graphic xmlns:a="http://schemas.openxmlformats.org/drawingml/2006/main">
          <a:graphicData uri="http://schemas.openxmlformats.org/drawingml/2006/table">
            <a:tbl>
              <a:tblPr/>
              <a:tblGrid>
                <a:gridCol w="3524250"/>
                <a:gridCol w="1238250"/>
                <a:gridCol w="2143125"/>
                <a:gridCol w="2143125"/>
                <a:gridCol w="1905000"/>
                <a:gridCol w="4191000"/>
              </a:tblGrid>
              <a:tr h="666750">
                <a:tc>
                  <a:txBody>
                    <a:bodyPr/>
                    <a:lstStyle/>
                    <a:p>
                      <a:r>
                        <a:rPr sz="1875" b="1">
                          <a:solidFill>
                            <a:srgbClr val="FFFFFF"/>
                          </a:solidFill>
                          <a:latin typeface="Rubik"/>
                          <a:ea typeface="Rubik"/>
                          <a:cs typeface="Rubik"/>
                        </a:rPr>
                        <a:t>Variable</a:t>
                      </a:r>
                    </a:p>
                  </a:txBody>
                  <a:tcPr marL="142875" marR="114300" marT="95250" marB="95250" anchor="ctr">
                    <a:solidFill>
                      <a:srgbClr val="0065FF"/>
                    </a:solidFill>
                  </a:tcPr>
                </a:tc>
                <a:tc>
                  <a:txBody>
                    <a:bodyPr/>
                    <a:lstStyle/>
                    <a:p>
                      <a:r>
                        <a:rPr sz="1875" b="1">
                          <a:solidFill>
                            <a:srgbClr val="FFFFFF"/>
                          </a:solidFill>
                          <a:latin typeface="Rubik"/>
                          <a:ea typeface="Rubik"/>
                          <a:cs typeface="Rubik"/>
                        </a:rPr>
                        <a:t>Groups</a:t>
                      </a:r>
                    </a:p>
                  </a:txBody>
                  <a:tcPr marL="142875" marR="114300" marT="95250" marB="95250" anchor="ctr">
                    <a:solidFill>
                      <a:srgbClr val="0065FF"/>
                    </a:solidFill>
                  </a:tcPr>
                </a:tc>
                <a:tc>
                  <a:txBody>
                    <a:bodyPr/>
                    <a:lstStyle/>
                    <a:p>
                      <a:r>
                        <a:rPr sz="1875" b="1">
                          <a:solidFill>
                            <a:srgbClr val="FFFFFF"/>
                          </a:solidFill>
                          <a:latin typeface="Rubik"/>
                          <a:ea typeface="Rubik"/>
                          <a:cs typeface="Rubik"/>
                        </a:rPr>
                        <a:t>Welch F</a:t>
                      </a:r>
                    </a:p>
                  </a:txBody>
                  <a:tcPr marL="142875" marR="114300" marT="95250" marB="95250" anchor="ctr">
                    <a:solidFill>
                      <a:srgbClr val="0065FF"/>
                    </a:solidFill>
                  </a:tcPr>
                </a:tc>
                <a:tc>
                  <a:txBody>
                    <a:bodyPr/>
                    <a:lstStyle/>
                    <a:p>
                      <a:r>
                        <a:rPr sz="1875" b="1">
                          <a:solidFill>
                            <a:srgbClr val="FFFFFF"/>
                          </a:solidFill>
                          <a:latin typeface="Rubik"/>
                          <a:ea typeface="Rubik"/>
                          <a:cs typeface="Rubik"/>
                        </a:rPr>
                        <a:t>Welch p</a:t>
                      </a:r>
                    </a:p>
                  </a:txBody>
                  <a:tcPr marL="142875" marR="114300" marT="95250" marB="95250" anchor="ctr">
                    <a:solidFill>
                      <a:srgbClr val="0065FF"/>
                    </a:solidFill>
                  </a:tcPr>
                </a:tc>
                <a:tc>
                  <a:txBody>
                    <a:bodyPr/>
                    <a:lstStyle/>
                    <a:p>
                      <a:r>
                        <a:rPr sz="1875" b="1">
                          <a:solidFill>
                            <a:srgbClr val="FFFFFF"/>
                          </a:solidFill>
                          <a:latin typeface="Rubik"/>
                          <a:ea typeface="Rubik"/>
                          <a:cs typeface="Rubik"/>
                        </a:rPr>
                        <a:t>η²</a:t>
                      </a:r>
                    </a:p>
                  </a:txBody>
                  <a:tcPr marL="142875" marR="114300" marT="95250" marB="95250" anchor="ctr">
                    <a:solidFill>
                      <a:srgbClr val="0065FF"/>
                    </a:solidFill>
                  </a:tcPr>
                </a:tc>
                <a:tc>
                  <a:txBody>
                    <a:bodyPr/>
                    <a:lstStyle/>
                    <a:p>
                      <a:r>
                        <a:rPr sz="1875" b="1">
                          <a:solidFill>
                            <a:srgbClr val="FFFFFF"/>
                          </a:solidFill>
                          <a:latin typeface="Rubik"/>
                          <a:ea typeface="Rubik"/>
                          <a:cs typeface="Rubik"/>
                        </a:rPr>
                        <a:t>Decision</a:t>
                      </a:r>
                    </a:p>
                  </a:txBody>
                  <a:tcPr marL="142875" marR="114300" marT="95250" marB="95250" anchor="ctr">
                    <a:solidFill>
                      <a:srgbClr val="0065FF"/>
                    </a:solidFill>
                  </a:tcPr>
                </a:tc>
              </a:tr>
              <a:tr h="666750">
                <a:tc>
                  <a:txBody>
                    <a:bodyPr/>
                    <a:lstStyle/>
                    <a:p>
                      <a:r>
                        <a:rPr sz="1875" b="1">
                          <a:solidFill>
                            <a:srgbClr val="07154D"/>
                          </a:solidFill>
                          <a:latin typeface="Rubik"/>
                          <a:ea typeface="Rubik"/>
                          <a:cs typeface="Rubik"/>
                        </a:rPr>
                        <a:t>Gender</a:t>
                      </a:r>
                    </a:p>
                  </a:txBody>
                  <a:tcPr marL="142875" marR="114300" marT="95250" marB="95250" anchor="ctr">
                    <a:solidFill>
                      <a:srgbClr val="F0F7FF"/>
                    </a:solidFill>
                  </a:tcPr>
                </a:tc>
                <a:tc>
                  <a:txBody>
                    <a:bodyPr/>
                    <a:lstStyle/>
                    <a:p>
                      <a:r>
                        <a:rPr sz="1875" b="0">
                          <a:solidFill>
                            <a:srgbClr val="07154D"/>
                          </a:solidFill>
                          <a:latin typeface="Rubik"/>
                          <a:ea typeface="Rubik"/>
                          <a:cs typeface="Rubik"/>
                        </a:rPr>
                        <a:t>2</a:t>
                      </a:r>
                    </a:p>
                  </a:txBody>
                  <a:tcPr marL="142875" marR="114300" marT="95250" marB="95250" anchor="ctr">
                    <a:solidFill>
                      <a:srgbClr val="F0F7FF"/>
                    </a:solidFill>
                  </a:tcPr>
                </a:tc>
                <a:tc>
                  <a:txBody>
                    <a:bodyPr/>
                    <a:lstStyle/>
                    <a:p>
                      <a:r>
                        <a:rPr sz="1875" b="0">
                          <a:solidFill>
                            <a:srgbClr val="07154D"/>
                          </a:solidFill>
                          <a:latin typeface="Rubik"/>
                          <a:ea typeface="Rubik"/>
                          <a:cs typeface="Rubik"/>
                        </a:rPr>
                        <a:t>99.7853</a:t>
                      </a:r>
                    </a:p>
                  </a:txBody>
                  <a:tcPr marL="142875" marR="114300" marT="95250" marB="95250" anchor="ctr">
                    <a:solidFill>
                      <a:srgbClr val="F0F7FF"/>
                    </a:solidFill>
                  </a:tcPr>
                </a:tc>
                <a:tc>
                  <a:txBody>
                    <a:bodyPr/>
                    <a:lstStyle/>
                    <a:p>
                      <a:r>
                        <a:rPr sz="1875" b="0">
                          <a:solidFill>
                            <a:srgbClr val="07154D"/>
                          </a:solidFill>
                          <a:latin typeface="Rubik"/>
                          <a:ea typeface="Rubik"/>
                          <a:cs typeface="Rubik"/>
                        </a:rPr>
                        <a:t>&lt; 0.001</a:t>
                      </a:r>
                    </a:p>
                  </a:txBody>
                  <a:tcPr marL="142875" marR="114300" marT="95250" marB="95250" anchor="ctr">
                    <a:solidFill>
                      <a:srgbClr val="F0F7FF"/>
                    </a:solidFill>
                  </a:tcPr>
                </a:tc>
                <a:tc>
                  <a:txBody>
                    <a:bodyPr/>
                    <a:lstStyle/>
                    <a:p>
                      <a:r>
                        <a:rPr sz="1875" b="0">
                          <a:solidFill>
                            <a:srgbClr val="07154D"/>
                          </a:solidFill>
                          <a:latin typeface="Rubik"/>
                          <a:ea typeface="Rubik"/>
                          <a:cs typeface="Rubik"/>
                        </a:rPr>
                        <a:t>0.01187</a:t>
                      </a:r>
                    </a:p>
                  </a:txBody>
                  <a:tcPr marL="142875" marR="114300" marT="95250" marB="95250" anchor="ctr">
                    <a:solidFill>
                      <a:srgbClr val="F0F7FF"/>
                    </a:solidFill>
                  </a:tcPr>
                </a:tc>
                <a:tc>
                  <a:txBody>
                    <a:bodyPr/>
                    <a:lstStyle/>
                    <a:p>
                      <a:r>
                        <a:rPr sz="1875" b="0">
                          <a:solidFill>
                            <a:srgbClr val="07154D"/>
                          </a:solidFill>
                          <a:latin typeface="Rubik"/>
                          <a:ea typeface="Rubik"/>
                          <a:cs typeface="Rubik"/>
                        </a:rPr>
                        <a:t>Reject equal means</a:t>
                      </a:r>
                    </a:p>
                  </a:txBody>
                  <a:tcPr marL="142875" marR="114300" marT="95250" marB="95250" anchor="ctr">
                    <a:solidFill>
                      <a:srgbClr val="F0F7FF"/>
                    </a:solidFill>
                  </a:tcPr>
                </a:tc>
              </a:tr>
              <a:tr h="666750">
                <a:tc>
                  <a:txBody>
                    <a:bodyPr/>
                    <a:lstStyle/>
                    <a:p>
                      <a:r>
                        <a:rPr sz="1875" b="1">
                          <a:solidFill>
                            <a:srgbClr val="07154D"/>
                          </a:solidFill>
                          <a:latin typeface="Rubik"/>
                          <a:ea typeface="Rubik"/>
                          <a:cs typeface="Rubik"/>
                        </a:rPr>
                        <a:t>DepartmentName</a:t>
                      </a:r>
                    </a:p>
                  </a:txBody>
                  <a:tcPr marL="142875" marR="114300" marT="95250" marB="95250" anchor="ctr">
                    <a:solidFill>
                      <a:srgbClr val="FFFFFF"/>
                    </a:solidFill>
                  </a:tcPr>
                </a:tc>
                <a:tc>
                  <a:txBody>
                    <a:bodyPr/>
                    <a:lstStyle/>
                    <a:p>
                      <a:r>
                        <a:rPr sz="1875" b="0">
                          <a:solidFill>
                            <a:srgbClr val="07154D"/>
                          </a:solidFill>
                          <a:latin typeface="Rubik"/>
                          <a:ea typeface="Rubik"/>
                          <a:cs typeface="Rubik"/>
                        </a:rPr>
                        <a:t>18</a:t>
                      </a:r>
                    </a:p>
                  </a:txBody>
                  <a:tcPr marL="142875" marR="114300" marT="95250" marB="95250" anchor="ctr">
                    <a:solidFill>
                      <a:srgbClr val="FFFFFF"/>
                    </a:solidFill>
                  </a:tcPr>
                </a:tc>
                <a:tc>
                  <a:txBody>
                    <a:bodyPr/>
                    <a:lstStyle/>
                    <a:p>
                      <a:r>
                        <a:rPr sz="1875" b="0">
                          <a:solidFill>
                            <a:srgbClr val="07154D"/>
                          </a:solidFill>
                          <a:latin typeface="Rubik"/>
                          <a:ea typeface="Rubik"/>
                          <a:cs typeface="Rubik"/>
                        </a:rPr>
                        <a:t>2.8381</a:t>
                      </a:r>
                    </a:p>
                  </a:txBody>
                  <a:tcPr marL="142875" marR="114300" marT="95250" marB="95250" anchor="ctr">
                    <a:solidFill>
                      <a:srgbClr val="FFFFFF"/>
                    </a:solidFill>
                  </a:tcPr>
                </a:tc>
                <a:tc>
                  <a:txBody>
                    <a:bodyPr/>
                    <a:lstStyle/>
                    <a:p>
                      <a:r>
                        <a:rPr sz="1875" b="0">
                          <a:solidFill>
                            <a:srgbClr val="07154D"/>
                          </a:solidFill>
                          <a:latin typeface="Rubik"/>
                          <a:ea typeface="Rubik"/>
                          <a:cs typeface="Rubik"/>
                        </a:rPr>
                        <a:t>0.000493</a:t>
                      </a:r>
                    </a:p>
                  </a:txBody>
                  <a:tcPr marL="142875" marR="114300" marT="95250" marB="95250" anchor="ctr">
                    <a:solidFill>
                      <a:srgbClr val="FFFFFF"/>
                    </a:solidFill>
                  </a:tcPr>
                </a:tc>
                <a:tc>
                  <a:txBody>
                    <a:bodyPr/>
                    <a:lstStyle/>
                    <a:p>
                      <a:r>
                        <a:rPr sz="1875" b="0">
                          <a:solidFill>
                            <a:srgbClr val="07154D"/>
                          </a:solidFill>
                          <a:latin typeface="Rubik"/>
                          <a:ea typeface="Rubik"/>
                          <a:cs typeface="Rubik"/>
                        </a:rPr>
                        <a:t>0.00376</a:t>
                      </a:r>
                    </a:p>
                  </a:txBody>
                  <a:tcPr marL="142875" marR="114300" marT="95250" marB="95250" anchor="ctr">
                    <a:solidFill>
                      <a:srgbClr val="FFFFFF"/>
                    </a:solidFill>
                  </a:tcPr>
                </a:tc>
                <a:tc>
                  <a:txBody>
                    <a:bodyPr/>
                    <a:lstStyle/>
                    <a:p>
                      <a:r>
                        <a:rPr sz="1875" b="0">
                          <a:solidFill>
                            <a:srgbClr val="07154D"/>
                          </a:solidFill>
                          <a:latin typeface="Rubik"/>
                          <a:ea typeface="Rubik"/>
                          <a:cs typeface="Rubik"/>
                        </a:rPr>
                        <a:t>Reject equal means</a:t>
                      </a:r>
                    </a:p>
                  </a:txBody>
                  <a:tcPr marL="142875" marR="114300" marT="95250" marB="95250" anchor="ctr">
                    <a:solidFill>
                      <a:srgbClr val="FFFFFF"/>
                    </a:solidFill>
                  </a:tcPr>
                </a:tc>
              </a:tr>
              <a:tr h="666750">
                <a:tc>
                  <a:txBody>
                    <a:bodyPr/>
                    <a:lstStyle/>
                    <a:p>
                      <a:r>
                        <a:rPr sz="1875" b="1">
                          <a:solidFill>
                            <a:srgbClr val="07154D"/>
                          </a:solidFill>
                          <a:latin typeface="Rubik"/>
                          <a:ea typeface="Rubik"/>
                          <a:cs typeface="Rubik"/>
                        </a:rPr>
                        <a:t>Division</a:t>
                      </a:r>
                    </a:p>
                  </a:txBody>
                  <a:tcPr marL="142875" marR="114300" marT="95250" marB="95250" anchor="ctr">
                    <a:solidFill>
                      <a:srgbClr val="F0F7FF"/>
                    </a:solidFill>
                  </a:tcPr>
                </a:tc>
                <a:tc>
                  <a:txBody>
                    <a:bodyPr/>
                    <a:lstStyle/>
                    <a:p>
                      <a:r>
                        <a:rPr sz="1875" b="0">
                          <a:solidFill>
                            <a:srgbClr val="07154D"/>
                          </a:solidFill>
                          <a:latin typeface="Rubik"/>
                          <a:ea typeface="Rubik"/>
                          <a:cs typeface="Rubik"/>
                        </a:rPr>
                        <a:t>5</a:t>
                      </a:r>
                    </a:p>
                  </a:txBody>
                  <a:tcPr marL="142875" marR="114300" marT="95250" marB="95250" anchor="ctr">
                    <a:solidFill>
                      <a:srgbClr val="F0F7FF"/>
                    </a:solidFill>
                  </a:tcPr>
                </a:tc>
                <a:tc>
                  <a:txBody>
                    <a:bodyPr/>
                    <a:lstStyle/>
                    <a:p>
                      <a:r>
                        <a:rPr sz="1875" b="0">
                          <a:solidFill>
                            <a:srgbClr val="07154D"/>
                          </a:solidFill>
                          <a:latin typeface="Rubik"/>
                          <a:ea typeface="Rubik"/>
                          <a:cs typeface="Rubik"/>
                        </a:rPr>
                        <a:t>6.6809</a:t>
                      </a:r>
                    </a:p>
                  </a:txBody>
                  <a:tcPr marL="142875" marR="114300" marT="95250" marB="95250" anchor="ctr">
                    <a:solidFill>
                      <a:srgbClr val="F0F7FF"/>
                    </a:solidFill>
                  </a:tcPr>
                </a:tc>
                <a:tc>
                  <a:txBody>
                    <a:bodyPr/>
                    <a:lstStyle/>
                    <a:p>
                      <a:r>
                        <a:rPr sz="1875" b="0">
                          <a:solidFill>
                            <a:srgbClr val="07154D"/>
                          </a:solidFill>
                          <a:latin typeface="Rubik"/>
                          <a:ea typeface="Rubik"/>
                          <a:cs typeface="Rubik"/>
                        </a:rPr>
                        <a:t>0.000448</a:t>
                      </a:r>
                    </a:p>
                  </a:txBody>
                  <a:tcPr marL="142875" marR="114300" marT="95250" marB="95250" anchor="ctr">
                    <a:solidFill>
                      <a:srgbClr val="F0F7FF"/>
                    </a:solidFill>
                  </a:tcPr>
                </a:tc>
                <a:tc>
                  <a:txBody>
                    <a:bodyPr/>
                    <a:lstStyle/>
                    <a:p>
                      <a:r>
                        <a:rPr sz="1875" b="0">
                          <a:solidFill>
                            <a:srgbClr val="07154D"/>
                          </a:solidFill>
                          <a:latin typeface="Rubik"/>
                          <a:ea typeface="Rubik"/>
                          <a:cs typeface="Rubik"/>
                        </a:rPr>
                        <a:t>0.00219</a:t>
                      </a:r>
                    </a:p>
                  </a:txBody>
                  <a:tcPr marL="142875" marR="114300" marT="95250" marB="95250" anchor="ctr">
                    <a:solidFill>
                      <a:srgbClr val="F0F7FF"/>
                    </a:solidFill>
                  </a:tcPr>
                </a:tc>
                <a:tc>
                  <a:txBody>
                    <a:bodyPr/>
                    <a:lstStyle/>
                    <a:p>
                      <a:r>
                        <a:rPr sz="1875" b="0">
                          <a:solidFill>
                            <a:srgbClr val="07154D"/>
                          </a:solidFill>
                          <a:latin typeface="Rubik"/>
                          <a:ea typeface="Rubik"/>
                          <a:cs typeface="Rubik"/>
                        </a:rPr>
                        <a:t>Reject equal means</a:t>
                      </a:r>
                    </a:p>
                  </a:txBody>
                  <a:tcPr marL="142875" marR="114300" marT="95250" marB="95250" anchor="ctr">
                    <a:solidFill>
                      <a:srgbClr val="F0F7FF"/>
                    </a:solidFill>
                  </a:tcPr>
                </a:tc>
              </a:tr>
              <a:tr h="666750">
                <a:tc>
                  <a:txBody>
                    <a:bodyPr/>
                    <a:lstStyle/>
                    <a:p>
                      <a:r>
                        <a:rPr sz="1875" b="1">
                          <a:solidFill>
                            <a:srgbClr val="07154D"/>
                          </a:solidFill>
                          <a:latin typeface="Rubik"/>
                          <a:ea typeface="Rubik"/>
                          <a:cs typeface="Rubik"/>
                        </a:rPr>
                        <a:t>BusinessUnit</a:t>
                      </a:r>
                    </a:p>
                  </a:txBody>
                  <a:tcPr marL="142875" marR="114300" marT="95250" marB="95250" anchor="ctr">
                    <a:solidFill>
                      <a:srgbClr val="FFFFFF"/>
                    </a:solidFill>
                  </a:tcPr>
                </a:tc>
                <a:tc>
                  <a:txBody>
                    <a:bodyPr/>
                    <a:lstStyle/>
                    <a:p>
                      <a:r>
                        <a:rPr sz="1875" b="0">
                          <a:solidFill>
                            <a:srgbClr val="07154D"/>
                          </a:solidFill>
                          <a:latin typeface="Rubik"/>
                          <a:ea typeface="Rubik"/>
                          <a:cs typeface="Rubik"/>
                        </a:rPr>
                        <a:t>2</a:t>
                      </a:r>
                    </a:p>
                  </a:txBody>
                  <a:tcPr marL="142875" marR="114300" marT="95250" marB="95250" anchor="ctr">
                    <a:solidFill>
                      <a:srgbClr val="FFFFFF"/>
                    </a:solidFill>
                  </a:tcPr>
                </a:tc>
                <a:tc>
                  <a:txBody>
                    <a:bodyPr/>
                    <a:lstStyle/>
                    <a:p>
                      <a:r>
                        <a:rPr sz="1875" b="0">
                          <a:solidFill>
                            <a:srgbClr val="07154D"/>
                          </a:solidFill>
                          <a:latin typeface="Rubik"/>
                          <a:ea typeface="Rubik"/>
                          <a:cs typeface="Rubik"/>
                        </a:rPr>
                        <a:t>21.8396</a:t>
                      </a:r>
                    </a:p>
                  </a:txBody>
                  <a:tcPr marL="142875" marR="114300" marT="95250" marB="95250" anchor="ctr">
                    <a:solidFill>
                      <a:srgbClr val="FFFFFF"/>
                    </a:solidFill>
                  </a:tcPr>
                </a:tc>
                <a:tc>
                  <a:txBody>
                    <a:bodyPr/>
                    <a:lstStyle/>
                    <a:p>
                      <a:r>
                        <a:rPr sz="1875" b="0">
                          <a:solidFill>
                            <a:srgbClr val="07154D"/>
                          </a:solidFill>
                          <a:latin typeface="Rubik"/>
                          <a:ea typeface="Rubik"/>
                          <a:cs typeface="Rubik"/>
                        </a:rPr>
                        <a:t>&lt; 0.001</a:t>
                      </a:r>
                    </a:p>
                  </a:txBody>
                  <a:tcPr marL="142875" marR="114300" marT="95250" marB="95250" anchor="ctr">
                    <a:solidFill>
                      <a:srgbClr val="FFFFFF"/>
                    </a:solidFill>
                  </a:tcPr>
                </a:tc>
                <a:tc>
                  <a:txBody>
                    <a:bodyPr/>
                    <a:lstStyle/>
                    <a:p>
                      <a:r>
                        <a:rPr sz="1875" b="0">
                          <a:solidFill>
                            <a:srgbClr val="07154D"/>
                          </a:solidFill>
                          <a:latin typeface="Rubik"/>
                          <a:ea typeface="Rubik"/>
                          <a:cs typeface="Rubik"/>
                        </a:rPr>
                        <a:t>0.00178</a:t>
                      </a:r>
                    </a:p>
                  </a:txBody>
                  <a:tcPr marL="142875" marR="114300" marT="95250" marB="95250" anchor="ctr">
                    <a:solidFill>
                      <a:srgbClr val="FFFFFF"/>
                    </a:solidFill>
                  </a:tcPr>
                </a:tc>
                <a:tc>
                  <a:txBody>
                    <a:bodyPr/>
                    <a:lstStyle/>
                    <a:p>
                      <a:r>
                        <a:rPr sz="1875" b="0">
                          <a:solidFill>
                            <a:srgbClr val="07154D"/>
                          </a:solidFill>
                          <a:latin typeface="Rubik"/>
                          <a:ea typeface="Rubik"/>
                          <a:cs typeface="Rubik"/>
                        </a:rPr>
                        <a:t>Reject equal means</a:t>
                      </a:r>
                    </a:p>
                  </a:txBody>
                  <a:tcPr marL="142875"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C96B203-18D6-4C52-AF00-B2F933BC1845}"/>
              </a:ext>
            </a:extLst>
          </p:cNvPr>
          <p:cNvSpPr>
            <a:spLocks xmlns:a="http://schemas.openxmlformats.org/drawingml/2006/main" noGrp="1"/>
          </p:cNvSpPr>
          <p:nvPr/>
        </p:nvSpPr>
        <p:spPr>
          <a:xfrm xmlns:a="http://schemas.openxmlformats.org/drawingml/2006/main">
            <a:off x="1047750" y="7191375"/>
            <a:ext cx="1466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07154D"/>
                </a:solidFill>
                <a:latin typeface="Rubik"/>
                <a:ea typeface="Rubik"/>
                <a:cs typeface="Rubik"/>
              </a:defRPr>
            </a:defPPr>
          </a:lstStyle>
          <a:p xmlns:a="http://schemas.openxmlformats.org/drawingml/2006/main">
            <a:pPr>
              <a:defRPr sz="2475" b="1">
                <a:solidFill>
                  <a:srgbClr val="07154D"/>
                </a:solidFill>
                <a:latin typeface="Rubik"/>
                <a:ea typeface="Rubik"/>
                <a:cs typeface="Rubik"/>
              </a:defRPr>
            </a:pPr>
            <a:r>
              <a:rPr sz="2475" b="1">
                <a:solidFill>
                  <a:srgbClr val="07154D"/>
                </a:solidFill>
                <a:latin typeface="Rubik"/>
                <a:ea typeface="Rubik"/>
                <a:cs typeface="Rubik"/>
              </a:rPr>
              <a:t>All four differences are statistically detectable, but every effect size is small (η² &lt; 0.012).</a:t>
            </a:r>
          </a:p>
        </p:txBody>
      </p:sp>
      <p:sp>
        <p:nvSpPr>
          <p:cNvPr id="6" name="">
            <a:extLst xmlns:a="http://schemas.openxmlformats.org/drawingml/2006/main">
              <a:ext uri="{FF2B5EF4-FFF2-40B4-BE49-F238E27FC236}">
                <a16:creationId xmlns:a16="http://schemas.microsoft.com/office/drawing/2014/main" id="{262B7118-7AD6-4CC0-9177-676B1B42FDBD}"/>
              </a:ext>
            </a:extLst>
          </p:cNvPr>
          <p:cNvSpPr>
            <a:spLocks xmlns:a="http://schemas.openxmlformats.org/drawingml/2006/main" noGrp="1"/>
          </p:cNvSpPr>
          <p:nvPr/>
        </p:nvSpPr>
        <p:spPr>
          <a:xfrm xmlns:a="http://schemas.openxmlformats.org/drawingml/2006/main">
            <a:off x="1047750" y="8191500"/>
            <a:ext cx="15621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B506C"/>
                </a:solidFill>
                <a:latin typeface="Rubik"/>
                <a:ea typeface="Rubik"/>
                <a:cs typeface="Rubik"/>
              </a:defRPr>
            </a:defPPr>
          </a:lstStyle>
          <a:p xmlns:a="http://schemas.openxmlformats.org/drawingml/2006/main">
            <a:pPr>
              <a:defRPr sz="2025" b="0">
                <a:solidFill>
                  <a:srgbClr val="3B506C"/>
                </a:solidFill>
                <a:latin typeface="Rubik"/>
                <a:ea typeface="Rubik"/>
                <a:cs typeface="Rubik"/>
              </a:defRPr>
            </a:pPr>
            <a:r>
              <a:rPr sz="2025" b="0">
                <a:solidFill>
                  <a:srgbClr val="3B506C"/>
                </a:solidFill>
                <a:latin typeface="Rubik"/>
                <a:ea typeface="Rubik"/>
                <a:cs typeface="Rubik"/>
              </a:rPr>
              <a:t>Management decisions should combine adjusted p-values, effect sizes, uncertainty, sample size, and operational relevance.</a:t>
            </a:r>
          </a:p>
        </p:txBody>
      </p:sp>
      <p:sp>
        <p:nvSpPr>
          <p:cNvPr id="7" name="">
            <a:extLst xmlns:a="http://schemas.openxmlformats.org/drawingml/2006/main">
              <a:ext uri="{FF2B5EF4-FFF2-40B4-BE49-F238E27FC236}">
                <a16:creationId xmlns:a16="http://schemas.microsoft.com/office/drawing/2014/main" id="{ABD43E72-16CD-4200-923B-8213A2AE2AC2}"/>
              </a:ext>
            </a:extLst>
          </p:cNvPr>
          <p:cNvSpPr>
            <a:spLocks xmlns:a="http://schemas.openxmlformats.org/drawingml/2006/main" noGrp="1"/>
          </p:cNvSpPr>
          <p:nvPr/>
        </p:nvSpPr>
        <p:spPr>
          <a:xfrm xmlns:a="http://schemas.openxmlformats.org/drawingml/2006/main">
            <a:off x="17049750" y="9382125"/>
            <a:ext cx="628650" cy="628650"/>
          </a:xfrm>
          <a:prstGeom xmlns:a="http://schemas.openxmlformats.org/drawingml/2006/main" prst="ellipse">
            <a:avLst/>
          </a:prstGeom>
          <a:solidFill xmlns:a="http://schemas.openxmlformats.org/drawingml/2006/main">
            <a:srgbClr val="07154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84E111F-F0CA-4BC8-BFEC-A5A5FB85B056}"/>
              </a:ext>
            </a:extLst>
          </p:cNvPr>
          <p:cNvSpPr>
            <a:spLocks xmlns:a="http://schemas.openxmlformats.org/drawingml/2006/main" noGrp="1"/>
          </p:cNvSpPr>
          <p:nvPr/>
        </p:nvSpPr>
        <p:spPr>
          <a:xfrm xmlns:a="http://schemas.openxmlformats.org/drawingml/2006/main">
            <a:off x="17049750" y="9467850"/>
            <a:ext cx="628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950" b="1">
                <a:solidFill>
                  <a:srgbClr val="FFFFFF"/>
                </a:solidFill>
                <a:latin typeface="Rubik"/>
                <a:ea typeface="Rubik"/>
                <a:cs typeface="Rubik"/>
              </a:defRPr>
            </a:defPPr>
          </a:lstStyle>
          <a:p xmlns:a="http://schemas.openxmlformats.org/drawingml/2006/main">
            <a:pPr algn="ctr">
              <a:defRPr sz="1950" b="1">
                <a:solidFill>
                  <a:srgbClr val="FFFFFF"/>
                </a:solidFill>
                <a:latin typeface="Rubik"/>
                <a:ea typeface="Rubik"/>
                <a:cs typeface="Rubik"/>
              </a:defRPr>
            </a:pPr>
            <a:r>
              <a:rPr sz="1950" b="1">
                <a:solidFill>
                  <a:srgbClr val="FFFFFF"/>
                </a:solidFill>
                <a:latin typeface="Rubik"/>
                <a:ea typeface="Rubik"/>
                <a:cs typeface="Rubik"/>
              </a:rPr>
              <a:t>8</a:t>
            </a:r>
          </a:p>
        </p:txBody>
      </p:sp>
    </p:spTree>
    <p:extLst>
      <p:ext uri="{BB962C8B-B14F-4D97-AF65-F5344CB8AC3E}">
        <p14:creationId xmlns:p14="http://schemas.microsoft.com/office/powerpoint/2010/main" val="159796132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A5EBE0CE-F12A-4F17-B2A1-DCD0BC575B71}"/>
              </a:ext>
            </a:extLst>
          </p:cNvPr>
          <p:cNvPicPr>
            <a:picLocks xmlns:a="http://schemas.openxmlformats.org/drawingml/2006/main" noChangeAspect="1"/>
          </p:cNvPicPr>
          <p:nvPr/>
        </p:nvPicPr>
        <p:blipFill>
          <a:blip xmlns:r="http://schemas.openxmlformats.org/officeDocument/2006/relationships" xmlns:a="http://schemas.openxmlformats.org/drawingml/2006/main" r:embed="R3b09d000a8054c3d"/>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4784C3B-3D30-4811-8929-FA45B9E7376B}"/>
              </a:ext>
            </a:extLst>
          </p:cNvPr>
          <p:cNvSpPr>
            <a:spLocks xmlns:a="http://schemas.openxmlformats.org/drawingml/2006/main" noGrp="1"/>
          </p:cNvSpPr>
          <p:nvPr/>
        </p:nvSpPr>
        <p:spPr>
          <a:xfrm xmlns:a="http://schemas.openxmlformats.org/drawingml/2006/main">
            <a:off x="1000125" y="428625"/>
            <a:ext cx="16192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0">
                <a:solidFill>
                  <a:srgbClr val="07154D"/>
                </a:solidFill>
                <a:latin typeface="Anton"/>
                <a:ea typeface="Anton"/>
                <a:cs typeface="Anton"/>
              </a:defRPr>
            </a:defPPr>
          </a:lstStyle>
          <a:p xmlns:a="http://schemas.openxmlformats.org/drawingml/2006/main">
            <a:pPr>
              <a:defRPr sz="5700" b="0">
                <a:solidFill>
                  <a:srgbClr val="07154D"/>
                </a:solidFill>
                <a:latin typeface="Anton"/>
                <a:ea typeface="Anton"/>
                <a:cs typeface="Anton"/>
              </a:defRPr>
            </a:pPr>
            <a:r>
              <a:rPr sz="5700" b="0">
                <a:solidFill>
                  <a:srgbClr val="07154D"/>
                </a:solidFill>
                <a:latin typeface="Anton"/>
                <a:ea typeface="Anton"/>
                <a:cs typeface="Anton"/>
              </a:rPr>
              <a:t>PREDICTIVE STATISTICAL</a:t>
            </a:r>
          </a:p>
          <a:p xmlns:a="http://schemas.openxmlformats.org/drawingml/2006/main">
            <a:pPr>
              <a:defRPr sz="5700" b="0">
                <a:solidFill>
                  <a:srgbClr val="07154D"/>
                </a:solidFill>
                <a:latin typeface="Anton"/>
                <a:ea typeface="Anton"/>
                <a:cs typeface="Anton"/>
              </a:defRPr>
            </a:pPr>
            <a:r>
              <a:rPr sz="5700" b="0">
                <a:solidFill>
                  <a:srgbClr val="07154D"/>
                </a:solidFill>
                <a:latin typeface="Anton"/>
                <a:ea typeface="Anton"/>
                <a:cs typeface="Anton"/>
              </a:rPr>
              <a:t>MODELLING</a:t>
            </a:r>
          </a:p>
        </p:txBody>
      </p:sp>
      <p:sp>
        <p:nvSpPr>
          <p:cNvPr id="3" name="">
            <a:extLst xmlns:a="http://schemas.openxmlformats.org/drawingml/2006/main">
              <a:ext uri="{FF2B5EF4-FFF2-40B4-BE49-F238E27FC236}">
                <a16:creationId xmlns:a16="http://schemas.microsoft.com/office/drawing/2014/main" id="{9EBD4461-78CB-44A6-B4B1-A0BC6B1078B9}"/>
              </a:ext>
            </a:extLst>
          </p:cNvPr>
          <p:cNvSpPr>
            <a:spLocks xmlns:a="http://schemas.openxmlformats.org/drawingml/2006/main" noGrp="1"/>
          </p:cNvSpPr>
          <p:nvPr/>
        </p:nvSpPr>
        <p:spPr>
          <a:xfrm xmlns:a="http://schemas.openxmlformats.org/drawingml/2006/main">
            <a:off x="1047750" y="2381250"/>
            <a:ext cx="1628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5FF"/>
                </a:solidFill>
                <a:latin typeface="Rubik"/>
                <a:ea typeface="Rubik"/>
                <a:cs typeface="Rubik"/>
              </a:defRPr>
            </a:defPPr>
          </a:lstStyle>
          <a:p xmlns:a="http://schemas.openxmlformats.org/drawingml/2006/main">
            <a:pPr>
              <a:defRPr sz="2100" b="1">
                <a:solidFill>
                  <a:srgbClr val="0065FF"/>
                </a:solidFill>
                <a:latin typeface="Rubik"/>
                <a:ea typeface="Rubik"/>
                <a:cs typeface="Rubik"/>
              </a:defRPr>
            </a:pPr>
            <a:r>
              <a:rPr sz="2100" b="1">
                <a:solidFill>
                  <a:srgbClr val="0065FF"/>
                </a:solidFill>
                <a:latin typeface="Rubik"/>
                <a:ea typeface="Rubik"/>
                <a:cs typeface="Rubik"/>
              </a:rPr>
              <a:t>Design: 80/20 split, seed 42, five-fold cross-validation, leakage-safe preprocessing</a:t>
            </a:r>
          </a:p>
        </p:txBody>
      </p:sp>
      <p:graphicFrame>
        <p:nvGraphicFramePr>
          <p:cNvPr id="4" name="">
            <a:extLst xmlns:a="http://schemas.openxmlformats.org/drawingml/2006/main">
              <a:ext uri="{FF2B5EF4-FFF2-40B4-BE49-F238E27FC236}">
                <a16:creationId xmlns:a16="http://schemas.microsoft.com/office/drawing/2014/main" id="{FD4C8DAE-292F-4329-A656-4B2B027843FC}"/>
              </a:ext>
            </a:extLst>
          </p:cNvPr>
          <p:cNvGraphicFramePr/>
          <p:nvPr/>
        </p:nvGraphicFramePr>
        <p:xfrm>
          <a:off xmlns:a="http://schemas.openxmlformats.org/drawingml/2006/main" x="1047750" y="3476625"/>
          <a:ext xmlns:a="http://schemas.openxmlformats.org/drawingml/2006/main" cx="9810750" cy="3619500"/>
        </p:xfrm>
        <a:graphic xmlns:a="http://schemas.openxmlformats.org/drawingml/2006/main">
          <a:graphicData uri="http://schemas.openxmlformats.org/drawingml/2006/table">
            <a:tbl>
              <a:tblPr/>
              <a:tblGrid>
                <a:gridCol w="2857500"/>
                <a:gridCol w="1524000"/>
                <a:gridCol w="1666875"/>
                <a:gridCol w="1476375"/>
                <a:gridCol w="2286000"/>
              </a:tblGrid>
              <a:tr h="723900">
                <a:tc>
                  <a:txBody>
                    <a:bodyPr/>
                    <a:lstStyle/>
                    <a:p>
                      <a:r>
                        <a:rPr sz="1875" b="1">
                          <a:solidFill>
                            <a:srgbClr val="FFFFFF"/>
                          </a:solidFill>
                          <a:latin typeface="Rubik"/>
                          <a:ea typeface="Rubik"/>
                          <a:cs typeface="Rubik"/>
                        </a:rPr>
                        <a:t>Model</a:t>
                      </a:r>
                    </a:p>
                  </a:txBody>
                  <a:tcPr marL="142875" marR="114300" marT="95250" marB="95250" anchor="ctr">
                    <a:solidFill>
                      <a:srgbClr val="0065FF"/>
                    </a:solidFill>
                  </a:tcPr>
                </a:tc>
                <a:tc>
                  <a:txBody>
                    <a:bodyPr/>
                    <a:lstStyle/>
                    <a:p>
                      <a:r>
                        <a:rPr sz="1875" b="1">
                          <a:solidFill>
                            <a:srgbClr val="FFFFFF"/>
                          </a:solidFill>
                          <a:latin typeface="Rubik"/>
                          <a:ea typeface="Rubik"/>
                          <a:cs typeface="Rubik"/>
                        </a:rPr>
                        <a:t>Test MAE</a:t>
                      </a:r>
                    </a:p>
                  </a:txBody>
                  <a:tcPr marL="142875" marR="114300" marT="95250" marB="95250" anchor="ctr">
                    <a:solidFill>
                      <a:srgbClr val="0065FF"/>
                    </a:solidFill>
                  </a:tcPr>
                </a:tc>
                <a:tc>
                  <a:txBody>
                    <a:bodyPr/>
                    <a:lstStyle/>
                    <a:p>
                      <a:r>
                        <a:rPr sz="1875" b="1">
                          <a:solidFill>
                            <a:srgbClr val="FFFFFF"/>
                          </a:solidFill>
                          <a:latin typeface="Rubik"/>
                          <a:ea typeface="Rubik"/>
                          <a:cs typeface="Rubik"/>
                        </a:rPr>
                        <a:t>Test RMSE</a:t>
                      </a:r>
                    </a:p>
                  </a:txBody>
                  <a:tcPr marL="142875" marR="114300" marT="95250" marB="95250" anchor="ctr">
                    <a:solidFill>
                      <a:srgbClr val="0065FF"/>
                    </a:solidFill>
                  </a:tcPr>
                </a:tc>
                <a:tc>
                  <a:txBody>
                    <a:bodyPr/>
                    <a:lstStyle/>
                    <a:p>
                      <a:r>
                        <a:rPr sz="1875" b="1">
                          <a:solidFill>
                            <a:srgbClr val="FFFFFF"/>
                          </a:solidFill>
                          <a:latin typeface="Rubik"/>
                          <a:ea typeface="Rubik"/>
                          <a:cs typeface="Rubik"/>
                        </a:rPr>
                        <a:t>Test R²</a:t>
                      </a:r>
                    </a:p>
                  </a:txBody>
                  <a:tcPr marL="142875" marR="114300" marT="95250" marB="95250" anchor="ctr">
                    <a:solidFill>
                      <a:srgbClr val="0065FF"/>
                    </a:solidFill>
                  </a:tcPr>
                </a:tc>
                <a:tc>
                  <a:txBody>
                    <a:bodyPr/>
                    <a:lstStyle/>
                    <a:p>
                      <a:r>
                        <a:rPr sz="1875" b="1">
                          <a:solidFill>
                            <a:srgbClr val="FFFFFF"/>
                          </a:solidFill>
                          <a:latin typeface="Rubik"/>
                          <a:ea typeface="Rubik"/>
                          <a:cs typeface="Rubik"/>
                        </a:rPr>
                        <a:t>Interpretability</a:t>
                      </a:r>
                    </a:p>
                  </a:txBody>
                  <a:tcPr marL="142875" marR="114300" marT="95250" marB="95250" anchor="ctr">
                    <a:solidFill>
                      <a:srgbClr val="0065FF"/>
                    </a:solidFill>
                  </a:tcPr>
                </a:tc>
              </a:tr>
              <a:tr h="723900">
                <a:tc>
                  <a:txBody>
                    <a:bodyPr/>
                    <a:lstStyle/>
                    <a:p>
                      <a:r>
                        <a:rPr sz="1875" b="1">
                          <a:solidFill>
                            <a:srgbClr val="07154D"/>
                          </a:solidFill>
                          <a:latin typeface="Rubik"/>
                          <a:ea typeface="Rubik"/>
                          <a:cs typeface="Rubik"/>
                        </a:rPr>
                        <a:t>LASSO</a:t>
                      </a:r>
                    </a:p>
                  </a:txBody>
                  <a:tcPr marL="142875" marR="114300" marT="95250" marB="95250" anchor="ctr">
                    <a:solidFill>
                      <a:srgbClr val="F0F7FF"/>
                    </a:solidFill>
                  </a:tcPr>
                </a:tc>
                <a:tc>
                  <a:txBody>
                    <a:bodyPr/>
                    <a:lstStyle/>
                    <a:p>
                      <a:r>
                        <a:rPr sz="1875" b="0">
                          <a:solidFill>
                            <a:srgbClr val="07154D"/>
                          </a:solidFill>
                          <a:latin typeface="Rubik"/>
                          <a:ea typeface="Rubik"/>
                          <a:cs typeface="Rubik"/>
                        </a:rPr>
                        <a:t>20.446</a:t>
                      </a:r>
                    </a:p>
                  </a:txBody>
                  <a:tcPr marL="142875" marR="114300" marT="95250" marB="95250" anchor="ctr">
                    <a:solidFill>
                      <a:srgbClr val="F0F7FF"/>
                    </a:solidFill>
                  </a:tcPr>
                </a:tc>
                <a:tc>
                  <a:txBody>
                    <a:bodyPr/>
                    <a:lstStyle/>
                    <a:p>
                      <a:r>
                        <a:rPr sz="1875" b="0">
                          <a:solidFill>
                            <a:srgbClr val="07154D"/>
                          </a:solidFill>
                          <a:latin typeface="Rubik"/>
                          <a:ea typeface="Rubik"/>
                          <a:cs typeface="Rubik"/>
                        </a:rPr>
                        <a:t>26.215</a:t>
                      </a:r>
                    </a:p>
                  </a:txBody>
                  <a:tcPr marL="142875" marR="114300" marT="95250" marB="95250" anchor="ctr">
                    <a:solidFill>
                      <a:srgbClr val="F0F7FF"/>
                    </a:solidFill>
                  </a:tcPr>
                </a:tc>
                <a:tc>
                  <a:txBody>
                    <a:bodyPr/>
                    <a:lstStyle/>
                    <a:p>
                      <a:r>
                        <a:rPr sz="1875" b="0">
                          <a:solidFill>
                            <a:srgbClr val="07154D"/>
                          </a:solidFill>
                          <a:latin typeface="Rubik"/>
                          <a:ea typeface="Rubik"/>
                          <a:cs typeface="Rubik"/>
                        </a:rPr>
                        <a:t>0.7074</a:t>
                      </a:r>
                    </a:p>
                  </a:txBody>
                  <a:tcPr marL="142875" marR="114300" marT="95250" marB="95250" anchor="ctr">
                    <a:solidFill>
                      <a:srgbClr val="F0F7FF"/>
                    </a:solidFill>
                  </a:tcPr>
                </a:tc>
                <a:tc>
                  <a:txBody>
                    <a:bodyPr/>
                    <a:lstStyle/>
                    <a:p>
                      <a:r>
                        <a:rPr sz="1875" b="0">
                          <a:solidFill>
                            <a:srgbClr val="07154D"/>
                          </a:solidFill>
                          <a:latin typeface="Rubik"/>
                          <a:ea typeface="Rubik"/>
                          <a:cs typeface="Rubik"/>
                        </a:rPr>
                        <a:t>Moderate</a:t>
                      </a:r>
                    </a:p>
                  </a:txBody>
                  <a:tcPr marL="142875" marR="114300" marT="95250" marB="95250" anchor="ctr">
                    <a:solidFill>
                      <a:srgbClr val="F0F7FF"/>
                    </a:solidFill>
                  </a:tcPr>
                </a:tc>
              </a:tr>
              <a:tr h="723900">
                <a:tc>
                  <a:txBody>
                    <a:bodyPr/>
                    <a:lstStyle/>
                    <a:p>
                      <a:r>
                        <a:rPr sz="1875" b="1">
                          <a:solidFill>
                            <a:srgbClr val="07154D"/>
                          </a:solidFill>
                          <a:latin typeface="Rubik"/>
                          <a:ea typeface="Rubik"/>
                          <a:cs typeface="Rubik"/>
                        </a:rPr>
                        <a:t>Elastic Net</a:t>
                      </a:r>
                    </a:p>
                  </a:txBody>
                  <a:tcPr marL="142875" marR="114300" marT="95250" marB="95250" anchor="ctr">
                    <a:solidFill>
                      <a:srgbClr val="FFFFFF"/>
                    </a:solidFill>
                  </a:tcPr>
                </a:tc>
                <a:tc>
                  <a:txBody>
                    <a:bodyPr/>
                    <a:lstStyle/>
                    <a:p>
                      <a:r>
                        <a:rPr sz="1875" b="0">
                          <a:solidFill>
                            <a:srgbClr val="07154D"/>
                          </a:solidFill>
                          <a:latin typeface="Rubik"/>
                          <a:ea typeface="Rubik"/>
                          <a:cs typeface="Rubik"/>
                        </a:rPr>
                        <a:t>20.489</a:t>
                      </a:r>
                    </a:p>
                  </a:txBody>
                  <a:tcPr marL="142875" marR="114300" marT="95250" marB="95250" anchor="ctr">
                    <a:solidFill>
                      <a:srgbClr val="FFFFFF"/>
                    </a:solidFill>
                  </a:tcPr>
                </a:tc>
                <a:tc>
                  <a:txBody>
                    <a:bodyPr/>
                    <a:lstStyle/>
                    <a:p>
                      <a:r>
                        <a:rPr sz="1875" b="0">
                          <a:solidFill>
                            <a:srgbClr val="07154D"/>
                          </a:solidFill>
                          <a:latin typeface="Rubik"/>
                          <a:ea typeface="Rubik"/>
                          <a:cs typeface="Rubik"/>
                        </a:rPr>
                        <a:t>26.264</a:t>
                      </a:r>
                    </a:p>
                  </a:txBody>
                  <a:tcPr marL="142875" marR="114300" marT="95250" marB="95250" anchor="ctr">
                    <a:solidFill>
                      <a:srgbClr val="FFFFFF"/>
                    </a:solidFill>
                  </a:tcPr>
                </a:tc>
                <a:tc>
                  <a:txBody>
                    <a:bodyPr/>
                    <a:lstStyle/>
                    <a:p>
                      <a:r>
                        <a:rPr sz="1875" b="0">
                          <a:solidFill>
                            <a:srgbClr val="07154D"/>
                          </a:solidFill>
                          <a:latin typeface="Rubik"/>
                          <a:ea typeface="Rubik"/>
                          <a:cs typeface="Rubik"/>
                        </a:rPr>
                        <a:t>0.7063</a:t>
                      </a:r>
                    </a:p>
                  </a:txBody>
                  <a:tcPr marL="142875" marR="114300" marT="95250" marB="95250" anchor="ctr">
                    <a:solidFill>
                      <a:srgbClr val="FFFFFF"/>
                    </a:solidFill>
                  </a:tcPr>
                </a:tc>
                <a:tc>
                  <a:txBody>
                    <a:bodyPr/>
                    <a:lstStyle/>
                    <a:p>
                      <a:r>
                        <a:rPr sz="1875" b="0">
                          <a:solidFill>
                            <a:srgbClr val="07154D"/>
                          </a:solidFill>
                          <a:latin typeface="Rubik"/>
                          <a:ea typeface="Rubik"/>
                          <a:cs typeface="Rubik"/>
                        </a:rPr>
                        <a:t>Moderate</a:t>
                      </a:r>
                    </a:p>
                  </a:txBody>
                  <a:tcPr marL="142875" marR="114300" marT="95250" marB="95250" anchor="ctr">
                    <a:solidFill>
                      <a:srgbClr val="FFFFFF"/>
                    </a:solidFill>
                  </a:tcPr>
                </a:tc>
              </a:tr>
              <a:tr h="723900">
                <a:tc>
                  <a:txBody>
                    <a:bodyPr/>
                    <a:lstStyle/>
                    <a:p>
                      <a:r>
                        <a:rPr sz="1875" b="1">
                          <a:solidFill>
                            <a:srgbClr val="07154D"/>
                          </a:solidFill>
                          <a:latin typeface="Rubik"/>
                          <a:ea typeface="Rubik"/>
                          <a:cs typeface="Rubik"/>
                        </a:rPr>
                        <a:t>Multiple linear</a:t>
                      </a:r>
                    </a:p>
                    <a:p>
                      <a:r>
                        <a:rPr sz="1875" b="1">
                          <a:solidFill>
                            <a:srgbClr val="07154D"/>
                          </a:solidFill>
                          <a:latin typeface="Rubik"/>
                          <a:ea typeface="Rubik"/>
                          <a:cs typeface="Rubik"/>
                        </a:rPr>
                        <a:t>regression</a:t>
                      </a:r>
                    </a:p>
                  </a:txBody>
                  <a:tcPr marL="142875" marR="114300" marT="95250" marB="95250" anchor="ctr">
                    <a:solidFill>
                      <a:srgbClr val="F0F7FF"/>
                    </a:solidFill>
                  </a:tcPr>
                </a:tc>
                <a:tc>
                  <a:txBody>
                    <a:bodyPr/>
                    <a:lstStyle/>
                    <a:p>
                      <a:r>
                        <a:rPr sz="1875" b="0">
                          <a:solidFill>
                            <a:srgbClr val="07154D"/>
                          </a:solidFill>
                          <a:latin typeface="Rubik"/>
                          <a:ea typeface="Rubik"/>
                          <a:cs typeface="Rubik"/>
                        </a:rPr>
                        <a:t>20.553</a:t>
                      </a:r>
                    </a:p>
                  </a:txBody>
                  <a:tcPr marL="142875" marR="114300" marT="95250" marB="95250" anchor="ctr">
                    <a:solidFill>
                      <a:srgbClr val="F0F7FF"/>
                    </a:solidFill>
                  </a:tcPr>
                </a:tc>
                <a:tc>
                  <a:txBody>
                    <a:bodyPr/>
                    <a:lstStyle/>
                    <a:p>
                      <a:r>
                        <a:rPr sz="1875" b="0">
                          <a:solidFill>
                            <a:srgbClr val="07154D"/>
                          </a:solidFill>
                          <a:latin typeface="Rubik"/>
                          <a:ea typeface="Rubik"/>
                          <a:cs typeface="Rubik"/>
                        </a:rPr>
                        <a:t>26.320</a:t>
                      </a:r>
                    </a:p>
                  </a:txBody>
                  <a:tcPr marL="142875" marR="114300" marT="95250" marB="95250" anchor="ctr">
                    <a:solidFill>
                      <a:srgbClr val="F0F7FF"/>
                    </a:solidFill>
                  </a:tcPr>
                </a:tc>
                <a:tc>
                  <a:txBody>
                    <a:bodyPr/>
                    <a:lstStyle/>
                    <a:p>
                      <a:r>
                        <a:rPr sz="1875" b="0">
                          <a:solidFill>
                            <a:srgbClr val="07154D"/>
                          </a:solidFill>
                          <a:latin typeface="Rubik"/>
                          <a:ea typeface="Rubik"/>
                          <a:cs typeface="Rubik"/>
                        </a:rPr>
                        <a:t>0.7050</a:t>
                      </a:r>
                    </a:p>
                  </a:txBody>
                  <a:tcPr marL="142875" marR="114300" marT="95250" marB="95250" anchor="ctr">
                    <a:solidFill>
                      <a:srgbClr val="F0F7FF"/>
                    </a:solidFill>
                  </a:tcPr>
                </a:tc>
                <a:tc>
                  <a:txBody>
                    <a:bodyPr/>
                    <a:lstStyle/>
                    <a:p>
                      <a:r>
                        <a:rPr sz="1875" b="0">
                          <a:solidFill>
                            <a:srgbClr val="07154D"/>
                          </a:solidFill>
                          <a:latin typeface="Rubik"/>
                          <a:ea typeface="Rubik"/>
                          <a:cs typeface="Rubik"/>
                        </a:rPr>
                        <a:t>High</a:t>
                      </a:r>
                    </a:p>
                  </a:txBody>
                  <a:tcPr marL="142875" marR="114300" marT="95250" marB="95250" anchor="ctr">
                    <a:solidFill>
                      <a:srgbClr val="F0F7FF"/>
                    </a:solidFill>
                  </a:tcPr>
                </a:tc>
              </a:tr>
              <a:tr h="723900">
                <a:tc>
                  <a:txBody>
                    <a:bodyPr/>
                    <a:lstStyle/>
                    <a:p>
                      <a:r>
                        <a:rPr sz="1875" b="1">
                          <a:solidFill>
                            <a:srgbClr val="07154D"/>
                          </a:solidFill>
                          <a:latin typeface="Rubik"/>
                          <a:ea typeface="Rubik"/>
                          <a:cs typeface="Rubik"/>
                        </a:rPr>
                        <a:t>Ridge</a:t>
                      </a:r>
                    </a:p>
                  </a:txBody>
                  <a:tcPr marL="142875" marR="114300" marT="95250" marB="95250" anchor="ctr">
                    <a:solidFill>
                      <a:srgbClr val="FFFFFF"/>
                    </a:solidFill>
                  </a:tcPr>
                </a:tc>
                <a:tc>
                  <a:txBody>
                    <a:bodyPr/>
                    <a:lstStyle/>
                    <a:p>
                      <a:r>
                        <a:rPr sz="1875" b="0">
                          <a:solidFill>
                            <a:srgbClr val="07154D"/>
                          </a:solidFill>
                          <a:latin typeface="Rubik"/>
                          <a:ea typeface="Rubik"/>
                          <a:cs typeface="Rubik"/>
                        </a:rPr>
                        <a:t>21.569</a:t>
                      </a:r>
                    </a:p>
                  </a:txBody>
                  <a:tcPr marL="142875" marR="114300" marT="95250" marB="95250" anchor="ctr">
                    <a:solidFill>
                      <a:srgbClr val="FFFFFF"/>
                    </a:solidFill>
                  </a:tcPr>
                </a:tc>
                <a:tc>
                  <a:txBody>
                    <a:bodyPr/>
                    <a:lstStyle/>
                    <a:p>
                      <a:r>
                        <a:rPr sz="1875" b="0">
                          <a:solidFill>
                            <a:srgbClr val="07154D"/>
                          </a:solidFill>
                          <a:latin typeface="Rubik"/>
                          <a:ea typeface="Rubik"/>
                          <a:cs typeface="Rubik"/>
                        </a:rPr>
                        <a:t>27.499</a:t>
                      </a:r>
                    </a:p>
                  </a:txBody>
                  <a:tcPr marL="142875" marR="114300" marT="95250" marB="95250" anchor="ctr">
                    <a:solidFill>
                      <a:srgbClr val="FFFFFF"/>
                    </a:solidFill>
                  </a:tcPr>
                </a:tc>
                <a:tc>
                  <a:txBody>
                    <a:bodyPr/>
                    <a:lstStyle/>
                    <a:p>
                      <a:r>
                        <a:rPr sz="1875" b="0">
                          <a:solidFill>
                            <a:srgbClr val="07154D"/>
                          </a:solidFill>
                          <a:latin typeface="Rubik"/>
                          <a:ea typeface="Rubik"/>
                          <a:cs typeface="Rubik"/>
                        </a:rPr>
                        <a:t>0.6780</a:t>
                      </a:r>
                    </a:p>
                  </a:txBody>
                  <a:tcPr marL="142875" marR="114300" marT="95250" marB="95250" anchor="ctr">
                    <a:solidFill>
                      <a:srgbClr val="FFFFFF"/>
                    </a:solidFill>
                  </a:tcPr>
                </a:tc>
                <a:tc>
                  <a:txBody>
                    <a:bodyPr/>
                    <a:lstStyle/>
                    <a:p>
                      <a:r>
                        <a:rPr sz="1875" b="0">
                          <a:solidFill>
                            <a:srgbClr val="07154D"/>
                          </a:solidFill>
                          <a:latin typeface="Rubik"/>
                          <a:ea typeface="Rubik"/>
                          <a:cs typeface="Rubik"/>
                        </a:rPr>
                        <a:t>Moderate</a:t>
                      </a:r>
                    </a:p>
                  </a:txBody>
                  <a:tcPr marL="142875" marR="114300" marT="95250" marB="95250" anchor="ctr">
                    <a:solidFill>
                      <a:srgbClr val="FFFFFF"/>
                    </a:solidFill>
                  </a:tcPr>
                </a:tc>
              </a:tr>
            </a:tbl>
          </a:graphicData>
        </a:graphic>
      </p:graphicFrame>
      <p:pic>
        <p:nvPicPr>
          <p:cNvPr id="5" name="">
            <a:extLst xmlns:a="http://schemas.openxmlformats.org/drawingml/2006/main">
              <a:ext uri="{FF2B5EF4-FFF2-40B4-BE49-F238E27FC236}">
                <a16:creationId xmlns:a16="http://schemas.microsoft.com/office/drawing/2014/main" id="{DCBBA14A-D568-40E7-9B37-C3903EA2A4F8}"/>
              </a:ext>
            </a:extLst>
          </p:cNvPr>
          <p:cNvPicPr>
            <a:picLocks xmlns:a="http://schemas.openxmlformats.org/drawingml/2006/main" noChangeAspect="1"/>
          </p:cNvPicPr>
          <p:nvPr/>
        </p:nvPicPr>
        <p:blipFill>
          <a:blip xmlns:r="http://schemas.openxmlformats.org/officeDocument/2006/relationships" xmlns:a="http://schemas.openxmlformats.org/drawingml/2006/main" r:embed="R75c82493dbeb4981"/>
          <a:stretch xmlns:a="http://schemas.openxmlformats.org/drawingml/2006/main"/>
        </p:blipFill>
        <p:spPr>
          <a:xfrm xmlns:a="http://schemas.openxmlformats.org/drawingml/2006/main">
            <a:off x="11049000" y="3184922"/>
            <a:ext cx="6572250" cy="4107656"/>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E911CD5-32DA-42CD-A9F0-C3136B18623B}"/>
              </a:ext>
            </a:extLst>
          </p:cNvPr>
          <p:cNvSpPr>
            <a:spLocks xmlns:a="http://schemas.openxmlformats.org/drawingml/2006/main" noGrp="1"/>
          </p:cNvSpPr>
          <p:nvPr/>
        </p:nvSpPr>
        <p:spPr>
          <a:xfrm xmlns:a="http://schemas.openxmlformats.org/drawingml/2006/main">
            <a:off x="1047750" y="7524750"/>
            <a:ext cx="1524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65FF"/>
                </a:solidFill>
                <a:latin typeface="Rubik"/>
                <a:ea typeface="Rubik"/>
                <a:cs typeface="Rubik"/>
              </a:defRPr>
            </a:defPPr>
          </a:lstStyle>
          <a:p xmlns:a="http://schemas.openxmlformats.org/drawingml/2006/main">
            <a:pPr>
              <a:defRPr sz="2175" b="1">
                <a:solidFill>
                  <a:srgbClr val="0065FF"/>
                </a:solidFill>
                <a:latin typeface="Rubik"/>
                <a:ea typeface="Rubik"/>
                <a:cs typeface="Rubik"/>
              </a:defRPr>
            </a:pPr>
            <a:r>
              <a:rPr sz="2175" b="1">
                <a:solidFill>
                  <a:srgbClr val="0065FF"/>
                </a:solidFill>
                <a:latin typeface="Rubik"/>
                <a:ea typeface="Rubik"/>
                <a:cs typeface="Rubik"/>
              </a:rPr>
              <a:t>SENSITIVITY ANALYSIS</a:t>
            </a:r>
          </a:p>
        </p:txBody>
      </p:sp>
      <p:sp>
        <p:nvSpPr>
          <p:cNvPr id="7" name="">
            <a:extLst xmlns:a="http://schemas.openxmlformats.org/drawingml/2006/main">
              <a:ext uri="{FF2B5EF4-FFF2-40B4-BE49-F238E27FC236}">
                <a16:creationId xmlns:a16="http://schemas.microsoft.com/office/drawing/2014/main" id="{CB15DD80-86A4-4996-8B41-F78A8C6D65E1}"/>
              </a:ext>
            </a:extLst>
          </p:cNvPr>
          <p:cNvSpPr>
            <a:spLocks xmlns:a="http://schemas.openxmlformats.org/drawingml/2006/main" noGrp="1"/>
          </p:cNvSpPr>
          <p:nvPr/>
        </p:nvSpPr>
        <p:spPr>
          <a:xfrm xmlns:a="http://schemas.openxmlformats.org/drawingml/2006/main">
            <a:off x="1047750" y="8010525"/>
            <a:ext cx="1628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07154D"/>
                </a:solidFill>
                <a:latin typeface="Rubik"/>
                <a:ea typeface="Rubik"/>
                <a:cs typeface="Rubik"/>
              </a:defRPr>
            </a:defPPr>
          </a:lstStyle>
          <a:p xmlns:a="http://schemas.openxmlformats.org/drawingml/2006/main">
            <a:pPr>
              <a:defRPr sz="2025" b="0">
                <a:solidFill>
                  <a:srgbClr val="07154D"/>
                </a:solidFill>
                <a:latin typeface="Rubik"/>
                <a:ea typeface="Rubik"/>
                <a:cs typeface="Rubik"/>
              </a:defRPr>
            </a:pPr>
            <a:r>
              <a:rPr sz="2025" b="0">
                <a:solidFill>
                  <a:srgbClr val="07154D"/>
                </a:solidFill>
                <a:latin typeface="Rubik"/>
                <a:ea typeface="Rubik"/>
                <a:cs typeface="Rubik"/>
              </a:rPr>
              <a:t>Excluding 34 flagged records: Elastic Net RMSE 25.219; LASSO 25.252; MLR 25.310; Ridge 27.054.</a:t>
            </a:r>
          </a:p>
        </p:txBody>
      </p:sp>
      <p:sp>
        <p:nvSpPr>
          <p:cNvPr id="8" name="">
            <a:extLst xmlns:a="http://schemas.openxmlformats.org/drawingml/2006/main">
              <a:ext uri="{FF2B5EF4-FFF2-40B4-BE49-F238E27FC236}">
                <a16:creationId xmlns:a16="http://schemas.microsoft.com/office/drawing/2014/main" id="{59EE811C-ED6B-430A-8E16-F440B8E473CE}"/>
              </a:ext>
            </a:extLst>
          </p:cNvPr>
          <p:cNvSpPr>
            <a:spLocks xmlns:a="http://schemas.openxmlformats.org/drawingml/2006/main" noGrp="1"/>
          </p:cNvSpPr>
          <p:nvPr/>
        </p:nvSpPr>
        <p:spPr>
          <a:xfrm xmlns:a="http://schemas.openxmlformats.org/drawingml/2006/main">
            <a:off x="1047750" y="8715375"/>
            <a:ext cx="1524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65FF"/>
                </a:solidFill>
                <a:latin typeface="Rubik"/>
                <a:ea typeface="Rubik"/>
                <a:cs typeface="Rubik"/>
              </a:defRPr>
            </a:defPPr>
          </a:lstStyle>
          <a:p xmlns:a="http://schemas.openxmlformats.org/drawingml/2006/main">
            <a:pPr>
              <a:defRPr sz="2175" b="1">
                <a:solidFill>
                  <a:srgbClr val="0065FF"/>
                </a:solidFill>
                <a:latin typeface="Rubik"/>
                <a:ea typeface="Rubik"/>
                <a:cs typeface="Rubik"/>
              </a:defRPr>
            </a:pPr>
            <a:r>
              <a:rPr sz="2175" b="1">
                <a:solidFill>
                  <a:srgbClr val="0065FF"/>
                </a:solidFill>
                <a:latin typeface="Rubik"/>
                <a:ea typeface="Rubik"/>
                <a:cs typeface="Rubik"/>
              </a:rPr>
              <a:t>OLS DIAGNOSTICS</a:t>
            </a:r>
          </a:p>
        </p:txBody>
      </p:sp>
      <p:sp>
        <p:nvSpPr>
          <p:cNvPr id="9" name="">
            <a:extLst xmlns:a="http://schemas.openxmlformats.org/drawingml/2006/main">
              <a:ext uri="{FF2B5EF4-FFF2-40B4-BE49-F238E27FC236}">
                <a16:creationId xmlns:a16="http://schemas.microsoft.com/office/drawing/2014/main" id="{F603ED1F-3CFF-46CD-A077-6440A19957B4}"/>
              </a:ext>
            </a:extLst>
          </p:cNvPr>
          <p:cNvSpPr>
            <a:spLocks xmlns:a="http://schemas.openxmlformats.org/drawingml/2006/main" noGrp="1"/>
          </p:cNvSpPr>
          <p:nvPr/>
        </p:nvSpPr>
        <p:spPr>
          <a:xfrm xmlns:a="http://schemas.openxmlformats.org/drawingml/2006/main">
            <a:off x="1047750" y="9163050"/>
            <a:ext cx="16478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07154D"/>
                </a:solidFill>
                <a:latin typeface="Rubik"/>
                <a:ea typeface="Rubik"/>
                <a:cs typeface="Rubik"/>
              </a:defRPr>
            </a:defPPr>
          </a:lstStyle>
          <a:p xmlns:a="http://schemas.openxmlformats.org/drawingml/2006/main">
            <a:pPr>
              <a:defRPr sz="1950" b="0">
                <a:solidFill>
                  <a:srgbClr val="07154D"/>
                </a:solidFill>
                <a:latin typeface="Rubik"/>
                <a:ea typeface="Rubik"/>
                <a:cs typeface="Rubik"/>
              </a:defRPr>
            </a:pPr>
            <a:r>
              <a:rPr sz="1950" b="0">
                <a:solidFill>
                  <a:srgbClr val="07154D"/>
                </a:solidFill>
                <a:latin typeface="Rubik"/>
                <a:ea typeface="Rubik"/>
                <a:cs typeface="Rubik"/>
              </a:rPr>
              <a:t>R² 0.6971; Breusch-Pagan 266.90 (p &lt; 0.001); Jarque-Bera 116.36 (p &lt; 0.001);</a:t>
            </a:r>
          </a:p>
          <a:p xmlns:a="http://schemas.openxmlformats.org/drawingml/2006/main">
            <a:pPr>
              <a:defRPr sz="1950" b="0">
                <a:solidFill>
                  <a:srgbClr val="07154D"/>
                </a:solidFill>
                <a:latin typeface="Rubik"/>
                <a:ea typeface="Rubik"/>
                <a:cs typeface="Rubik"/>
              </a:defRPr>
            </a:pPr>
            <a:r>
              <a:rPr sz="1950" b="0">
                <a:solidFill>
                  <a:srgbClr val="07154D"/>
                </a:solidFill>
                <a:latin typeface="Rubik"/>
                <a:ea typeface="Rubik"/>
                <a:cs typeface="Rubik"/>
              </a:rPr>
              <a:t>Durbin-Watson 1.991; max Cook's D 0.0804; 427 high-leverage cases.</a:t>
            </a:r>
          </a:p>
        </p:txBody>
      </p:sp>
      <p:sp>
        <p:nvSpPr>
          <p:cNvPr id="10" name="">
            <a:extLst xmlns:a="http://schemas.openxmlformats.org/drawingml/2006/main">
              <a:ext uri="{FF2B5EF4-FFF2-40B4-BE49-F238E27FC236}">
                <a16:creationId xmlns:a16="http://schemas.microsoft.com/office/drawing/2014/main" id="{C3F0FBE7-360C-4445-9359-A93F25849D9A}"/>
              </a:ext>
            </a:extLst>
          </p:cNvPr>
          <p:cNvSpPr>
            <a:spLocks xmlns:a="http://schemas.openxmlformats.org/drawingml/2006/main" noGrp="1"/>
          </p:cNvSpPr>
          <p:nvPr/>
        </p:nvSpPr>
        <p:spPr>
          <a:xfrm xmlns:a="http://schemas.openxmlformats.org/drawingml/2006/main">
            <a:off x="17049750" y="9382125"/>
            <a:ext cx="628650" cy="628650"/>
          </a:xfrm>
          <a:prstGeom xmlns:a="http://schemas.openxmlformats.org/drawingml/2006/main" prst="ellipse">
            <a:avLst/>
          </a:prstGeom>
          <a:solidFill xmlns:a="http://schemas.openxmlformats.org/drawingml/2006/main">
            <a:srgbClr val="07154D"/>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1981825-7758-47E3-BBF7-C4FDA9B8BD50}"/>
              </a:ext>
            </a:extLst>
          </p:cNvPr>
          <p:cNvSpPr>
            <a:spLocks xmlns:a="http://schemas.openxmlformats.org/drawingml/2006/main" noGrp="1"/>
          </p:cNvSpPr>
          <p:nvPr/>
        </p:nvSpPr>
        <p:spPr>
          <a:xfrm xmlns:a="http://schemas.openxmlformats.org/drawingml/2006/main">
            <a:off x="17049750" y="9467850"/>
            <a:ext cx="628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950" b="1">
                <a:solidFill>
                  <a:srgbClr val="FFFFFF"/>
                </a:solidFill>
                <a:latin typeface="Rubik"/>
                <a:ea typeface="Rubik"/>
                <a:cs typeface="Rubik"/>
              </a:defRPr>
            </a:defPPr>
          </a:lstStyle>
          <a:p xmlns:a="http://schemas.openxmlformats.org/drawingml/2006/main">
            <a:pPr algn="ctr">
              <a:defRPr sz="1950" b="1">
                <a:solidFill>
                  <a:srgbClr val="FFFFFF"/>
                </a:solidFill>
                <a:latin typeface="Rubik"/>
                <a:ea typeface="Rubik"/>
                <a:cs typeface="Rubik"/>
              </a:defRPr>
            </a:pPr>
            <a:r>
              <a:rPr sz="1950" b="1">
                <a:solidFill>
                  <a:srgbClr val="FFFFFF"/>
                </a:solidFill>
                <a:latin typeface="Rubik"/>
                <a:ea typeface="Rubik"/>
                <a:cs typeface="Rubik"/>
              </a:rPr>
              <a:t>9</a:t>
            </a:r>
          </a:p>
        </p:txBody>
      </p:sp>
    </p:spTree>
    <p:extLst>
      <p:ext uri="{BB962C8B-B14F-4D97-AF65-F5344CB8AC3E}">
        <p14:creationId xmlns:p14="http://schemas.microsoft.com/office/powerpoint/2010/main" val="132136735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E67F932B-EDD3-45A3-AD6D-57504DFCED3E}"/>
              </a:ext>
            </a:extLst>
          </p:cNvPr>
          <p:cNvPicPr>
            <a:picLocks xmlns:a="http://schemas.openxmlformats.org/drawingml/2006/main" noChangeAspect="1"/>
          </p:cNvPicPr>
          <p:nvPr/>
        </p:nvPicPr>
        <p:blipFill>
          <a:blip xmlns:r="http://schemas.openxmlformats.org/officeDocument/2006/relationships" xmlns:a="http://schemas.openxmlformats.org/drawingml/2006/main" r:embed="R49e59fb194a5492d"/>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6A8DF6E-CA27-4EFA-9616-74436535C5AF}"/>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FFFFFF"/>
              </a:gs>
              <a:gs pos="74000">
                <a:srgbClr val="FFFFFF">
                  <a:alpha val="94000"/>
                </a:srgbClr>
              </a:gs>
              <a:gs pos="91000">
                <a:srgbClr val="FFFFFF">
                  <a:alpha val="0"/>
                </a:srgbClr>
              </a:gs>
              <a:gs pos="100000">
                <a:srgbClr val="FFFFFF">
                  <a:alpha val="0"/>
                </a:srgbClr>
              </a:gs>
            </a:gsLst>
            <a:lin ang="0"/>
          </a:gra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BFE24C5-61FC-4A28-967E-C889E252CFBB}"/>
              </a:ext>
            </a:extLst>
          </p:cNvPr>
          <p:cNvSpPr>
            <a:spLocks xmlns:a="http://schemas.openxmlformats.org/drawingml/2006/main" noGrp="1"/>
          </p:cNvSpPr>
          <p:nvPr/>
        </p:nvSpPr>
        <p:spPr>
          <a:xfrm xmlns:a="http://schemas.openxmlformats.org/drawingml/2006/main">
            <a:off x="1000125" y="619125"/>
            <a:ext cx="16192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0">
                <a:solidFill>
                  <a:srgbClr val="07154D"/>
                </a:solidFill>
                <a:latin typeface="Anton"/>
                <a:ea typeface="Anton"/>
                <a:cs typeface="Anton"/>
              </a:defRPr>
            </a:defPPr>
          </a:lstStyle>
          <a:p xmlns:a="http://schemas.openxmlformats.org/drawingml/2006/main">
            <a:pPr>
              <a:defRPr sz="5700" b="0">
                <a:solidFill>
                  <a:srgbClr val="07154D"/>
                </a:solidFill>
                <a:latin typeface="Anton"/>
                <a:ea typeface="Anton"/>
                <a:cs typeface="Anton"/>
              </a:defRPr>
            </a:pPr>
            <a:r>
              <a:rPr sz="5700" b="0">
                <a:solidFill>
                  <a:srgbClr val="07154D"/>
                </a:solidFill>
                <a:latin typeface="Anton"/>
                <a:ea typeface="Anton"/>
                <a:cs typeface="Anton"/>
              </a:rPr>
              <a:t>EXPERIMENTAL DESIGN</a:t>
            </a:r>
          </a:p>
          <a:p xmlns:a="http://schemas.openxmlformats.org/drawingml/2006/main">
            <a:pPr>
              <a:defRPr sz="5700" b="0">
                <a:solidFill>
                  <a:srgbClr val="07154D"/>
                </a:solidFill>
                <a:latin typeface="Anton"/>
                <a:ea typeface="Anton"/>
                <a:cs typeface="Anton"/>
              </a:defRPr>
            </a:pPr>
            <a:r>
              <a:rPr sz="5700" b="0">
                <a:solidFill>
                  <a:srgbClr val="07154D"/>
                </a:solidFill>
                <a:latin typeface="Anton"/>
                <a:ea typeface="Anton"/>
                <a:cs typeface="Anton"/>
              </a:rPr>
              <a:t>EVALUATION</a:t>
            </a:r>
          </a:p>
        </p:txBody>
      </p:sp>
      <p:sp>
        <p:nvSpPr>
          <p:cNvPr id="4" name="">
            <a:extLst xmlns:a="http://schemas.openxmlformats.org/drawingml/2006/main">
              <a:ext uri="{FF2B5EF4-FFF2-40B4-BE49-F238E27FC236}">
                <a16:creationId xmlns:a16="http://schemas.microsoft.com/office/drawing/2014/main" id="{E9275BED-E4FC-4EB2-96EE-90F1593F40CD}"/>
              </a:ext>
            </a:extLst>
          </p:cNvPr>
          <p:cNvSpPr>
            <a:spLocks xmlns:a="http://schemas.openxmlformats.org/drawingml/2006/main" noGrp="1"/>
          </p:cNvSpPr>
          <p:nvPr/>
        </p:nvSpPr>
        <p:spPr>
          <a:xfrm xmlns:a="http://schemas.openxmlformats.org/drawingml/2006/main">
            <a:off x="1047750" y="2667000"/>
            <a:ext cx="1285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0065FF"/>
                </a:solidFill>
                <a:latin typeface="Rubik"/>
                <a:ea typeface="Rubik"/>
                <a:cs typeface="Rubik"/>
              </a:defRPr>
            </a:defPPr>
          </a:lstStyle>
          <a:p xmlns:a="http://schemas.openxmlformats.org/drawingml/2006/main">
            <a:pPr>
              <a:defRPr sz="2475" b="1">
                <a:solidFill>
                  <a:srgbClr val="0065FF"/>
                </a:solidFill>
                <a:latin typeface="Rubik"/>
                <a:ea typeface="Rubik"/>
                <a:cs typeface="Rubik"/>
              </a:defRPr>
            </a:pPr>
            <a:r>
              <a:rPr sz="2475" b="1">
                <a:solidFill>
                  <a:srgbClr val="0065FF"/>
                </a:solidFill>
                <a:latin typeface="Rubik"/>
                <a:ea typeface="Rubik"/>
                <a:cs typeface="Rubik"/>
              </a:rPr>
              <a:t>EVIDENCE BOUNDARY</a:t>
            </a:r>
          </a:p>
        </p:txBody>
      </p:sp>
      <p:sp>
        <p:nvSpPr>
          <p:cNvPr id="5" name="">
            <a:extLst xmlns:a="http://schemas.openxmlformats.org/drawingml/2006/main">
              <a:ext uri="{FF2B5EF4-FFF2-40B4-BE49-F238E27FC236}">
                <a16:creationId xmlns:a16="http://schemas.microsoft.com/office/drawing/2014/main" id="{B6937CCA-FBD1-46B7-9F3B-0FB0ADE4A942}"/>
              </a:ext>
            </a:extLst>
          </p:cNvPr>
          <p:cNvSpPr>
            <a:spLocks xmlns:a="http://schemas.openxmlformats.org/drawingml/2006/main" noGrp="1"/>
          </p:cNvSpPr>
          <p:nvPr/>
        </p:nvSpPr>
        <p:spPr>
          <a:xfrm xmlns:a="http://schemas.openxmlformats.org/drawingml/2006/main">
            <a:off x="1047750" y="3286125"/>
            <a:ext cx="1257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07154D"/>
                </a:solidFill>
                <a:latin typeface="Rubik"/>
                <a:ea typeface="Rubik"/>
                <a:cs typeface="Rubik"/>
              </a:defRPr>
            </a:defPPr>
          </a:lstStyle>
          <a:p xmlns:a="http://schemas.openxmlformats.org/drawingml/2006/main">
            <a:pPr>
              <a:defRPr sz="2175" b="0">
                <a:solidFill>
                  <a:srgbClr val="07154D"/>
                </a:solidFill>
                <a:latin typeface="Rubik"/>
                <a:ea typeface="Rubik"/>
                <a:cs typeface="Rubik"/>
              </a:defRPr>
            </a:pPr>
            <a:r>
              <a:rPr sz="2175" b="0">
                <a:solidFill>
                  <a:srgbClr val="07154D"/>
                </a:solidFill>
                <a:latin typeface="Rubik"/>
                <a:ea typeface="Rubik"/>
                <a:cs typeface="Rubik"/>
              </a:rPr>
              <a:t>No experiment was conducted. The current cross-sectional records support association and prediction, not causal claims about interventions.</a:t>
            </a:r>
          </a:p>
        </p:txBody>
      </p:sp>
      <p:sp>
        <p:nvSpPr>
          <p:cNvPr id="6" name="">
            <a:extLst xmlns:a="http://schemas.openxmlformats.org/drawingml/2006/main">
              <a:ext uri="{FF2B5EF4-FFF2-40B4-BE49-F238E27FC236}">
                <a16:creationId xmlns:a16="http://schemas.microsoft.com/office/drawing/2014/main" id="{468D69C5-DB81-4286-8D98-7A77CE0C5216}"/>
              </a:ext>
            </a:extLst>
          </p:cNvPr>
          <p:cNvSpPr>
            <a:spLocks xmlns:a="http://schemas.openxmlformats.org/drawingml/2006/main" noGrp="1"/>
          </p:cNvSpPr>
          <p:nvPr/>
        </p:nvSpPr>
        <p:spPr>
          <a:xfrm xmlns:a="http://schemas.openxmlformats.org/drawingml/2006/main">
            <a:off x="1047750" y="4667250"/>
            <a:ext cx="95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0">
                <a:solidFill>
                  <a:srgbClr val="0065FF"/>
                </a:solidFill>
                <a:latin typeface="Anton"/>
                <a:ea typeface="Anton"/>
                <a:cs typeface="Anton"/>
              </a:defRPr>
            </a:defPPr>
          </a:lstStyle>
          <a:p xmlns:a="http://schemas.openxmlformats.org/drawingml/2006/main">
            <a:pPr>
              <a:defRPr sz="4800" b="0">
                <a:solidFill>
                  <a:srgbClr val="0065FF"/>
                </a:solidFill>
                <a:latin typeface="Anton"/>
                <a:ea typeface="Anton"/>
                <a:cs typeface="Anton"/>
              </a:defRPr>
            </a:pPr>
            <a:r>
              <a:rPr sz="4800" b="0">
                <a:solidFill>
                  <a:srgbClr val="0065FF"/>
                </a:solidFill>
                <a:latin typeface="Anton"/>
                <a:ea typeface="Anton"/>
                <a:cs typeface="Anton"/>
              </a:rPr>
              <a:t>01</a:t>
            </a:r>
          </a:p>
        </p:txBody>
      </p:sp>
      <p:sp>
        <p:nvSpPr>
          <p:cNvPr id="7" name="">
            <a:extLst xmlns:a="http://schemas.openxmlformats.org/drawingml/2006/main">
              <a:ext uri="{FF2B5EF4-FFF2-40B4-BE49-F238E27FC236}">
                <a16:creationId xmlns:a16="http://schemas.microsoft.com/office/drawing/2014/main" id="{6E8B170F-F1D9-4A94-880D-1B4AF6767F3E}"/>
              </a:ext>
            </a:extLst>
          </p:cNvPr>
          <p:cNvSpPr>
            <a:spLocks xmlns:a="http://schemas.openxmlformats.org/drawingml/2006/main" noGrp="1"/>
          </p:cNvSpPr>
          <p:nvPr/>
        </p:nvSpPr>
        <p:spPr>
          <a:xfrm xmlns:a="http://schemas.openxmlformats.org/drawingml/2006/main">
            <a:off x="2095500" y="4714875"/>
            <a:ext cx="5143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7154D"/>
                </a:solidFill>
                <a:latin typeface="Rubik"/>
                <a:ea typeface="Rubik"/>
                <a:cs typeface="Rubik"/>
              </a:defRPr>
            </a:defPPr>
          </a:lstStyle>
          <a:p xmlns:a="http://schemas.openxmlformats.org/drawingml/2006/main">
            <a:pPr>
              <a:defRPr sz="2400" b="1">
                <a:solidFill>
                  <a:srgbClr val="07154D"/>
                </a:solidFill>
                <a:latin typeface="Rubik"/>
                <a:ea typeface="Rubik"/>
                <a:cs typeface="Rubik"/>
              </a:defRPr>
            </a:pPr>
            <a:r>
              <a:rPr sz="2400" b="1">
                <a:solidFill>
                  <a:srgbClr val="07154D"/>
                </a:solidFill>
                <a:latin typeface="Rubik"/>
                <a:ea typeface="Rubik"/>
                <a:cs typeface="Rubik"/>
              </a:rPr>
              <a:t>COMPLETELY RANDOMISED</a:t>
            </a:r>
          </a:p>
          <a:p xmlns:a="http://schemas.openxmlformats.org/drawingml/2006/main">
            <a:pPr>
              <a:defRPr sz="2400" b="1">
                <a:solidFill>
                  <a:srgbClr val="07154D"/>
                </a:solidFill>
                <a:latin typeface="Rubik"/>
                <a:ea typeface="Rubik"/>
                <a:cs typeface="Rubik"/>
              </a:defRPr>
            </a:pPr>
            <a:r>
              <a:rPr sz="2400" b="1">
                <a:solidFill>
                  <a:srgbClr val="07154D"/>
                </a:solidFill>
                <a:latin typeface="Rubik"/>
                <a:ea typeface="Rubik"/>
                <a:cs typeface="Rubik"/>
              </a:rPr>
              <a:t>DESIGN (CRD)</a:t>
            </a:r>
          </a:p>
        </p:txBody>
      </p:sp>
      <p:sp>
        <p:nvSpPr>
          <p:cNvPr id="8" name="">
            <a:extLst xmlns:a="http://schemas.openxmlformats.org/drawingml/2006/main">
              <a:ext uri="{FF2B5EF4-FFF2-40B4-BE49-F238E27FC236}">
                <a16:creationId xmlns:a16="http://schemas.microsoft.com/office/drawing/2014/main" id="{0B74C9EC-56A2-46AB-8704-27FEAC2E7BC3}"/>
              </a:ext>
            </a:extLst>
          </p:cNvPr>
          <p:cNvSpPr>
            <a:spLocks xmlns:a="http://schemas.openxmlformats.org/drawingml/2006/main" noGrp="1"/>
          </p:cNvSpPr>
          <p:nvPr/>
        </p:nvSpPr>
        <p:spPr>
          <a:xfrm xmlns:a="http://schemas.openxmlformats.org/drawingml/2006/main">
            <a:off x="1047750" y="5762625"/>
            <a:ext cx="5905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3B506C"/>
                </a:solidFill>
                <a:latin typeface="Rubik"/>
                <a:ea typeface="Rubik"/>
                <a:cs typeface="Rubik"/>
              </a:defRPr>
            </a:defPPr>
          </a:lstStyle>
          <a:p xmlns:a="http://schemas.openxmlformats.org/drawingml/2006/main">
            <a:pPr>
              <a:defRPr sz="2175" b="0">
                <a:solidFill>
                  <a:srgbClr val="3B506C"/>
                </a:solidFill>
                <a:latin typeface="Rubik"/>
                <a:ea typeface="Rubik"/>
                <a:cs typeface="Rubik"/>
              </a:defRPr>
            </a:pPr>
            <a:r>
              <a:rPr sz="2175" b="0">
                <a:solidFill>
                  <a:srgbClr val="3B506C"/>
                </a:solidFill>
                <a:latin typeface="Rubik"/>
                <a:ea typeface="Rubik"/>
                <a:cs typeface="Rubik"/>
              </a:rPr>
              <a:t>Randomly assign eligible employees or operational units to a supportive intervention or standard practice. Analyse a treatment indicator with a t-test, ANOVA, or regression.</a:t>
            </a:r>
          </a:p>
        </p:txBody>
      </p:sp>
      <p:sp>
        <p:nvSpPr>
          <p:cNvPr id="9" name="">
            <a:extLst xmlns:a="http://schemas.openxmlformats.org/drawingml/2006/main">
              <a:ext uri="{FF2B5EF4-FFF2-40B4-BE49-F238E27FC236}">
                <a16:creationId xmlns:a16="http://schemas.microsoft.com/office/drawing/2014/main" id="{B0566C76-03E4-4BED-BC33-3A7D35D8CE48}"/>
              </a:ext>
            </a:extLst>
          </p:cNvPr>
          <p:cNvSpPr>
            <a:spLocks xmlns:a="http://schemas.openxmlformats.org/drawingml/2006/main" noGrp="1"/>
          </p:cNvSpPr>
          <p:nvPr/>
        </p:nvSpPr>
        <p:spPr>
          <a:xfrm xmlns:a="http://schemas.openxmlformats.org/drawingml/2006/main">
            <a:off x="7715250" y="4667250"/>
            <a:ext cx="95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0">
                <a:solidFill>
                  <a:srgbClr val="0065FF"/>
                </a:solidFill>
                <a:latin typeface="Anton"/>
                <a:ea typeface="Anton"/>
                <a:cs typeface="Anton"/>
              </a:defRPr>
            </a:defPPr>
          </a:lstStyle>
          <a:p xmlns:a="http://schemas.openxmlformats.org/drawingml/2006/main">
            <a:pPr>
              <a:defRPr sz="4800" b="0">
                <a:solidFill>
                  <a:srgbClr val="0065FF"/>
                </a:solidFill>
                <a:latin typeface="Anton"/>
                <a:ea typeface="Anton"/>
                <a:cs typeface="Anton"/>
              </a:defRPr>
            </a:pPr>
            <a:r>
              <a:rPr sz="4800" b="0">
                <a:solidFill>
                  <a:srgbClr val="0065FF"/>
                </a:solidFill>
                <a:latin typeface="Anton"/>
                <a:ea typeface="Anton"/>
                <a:cs typeface="Anton"/>
              </a:rPr>
              <a:t>02</a:t>
            </a:r>
          </a:p>
        </p:txBody>
      </p:sp>
      <p:sp>
        <p:nvSpPr>
          <p:cNvPr id="10" name="">
            <a:extLst xmlns:a="http://schemas.openxmlformats.org/drawingml/2006/main">
              <a:ext uri="{FF2B5EF4-FFF2-40B4-BE49-F238E27FC236}">
                <a16:creationId xmlns:a16="http://schemas.microsoft.com/office/drawing/2014/main" id="{85AD2785-C706-4B48-83FF-675F6ED7D7FB}"/>
              </a:ext>
            </a:extLst>
          </p:cNvPr>
          <p:cNvSpPr>
            <a:spLocks xmlns:a="http://schemas.openxmlformats.org/drawingml/2006/main" noGrp="1"/>
          </p:cNvSpPr>
          <p:nvPr/>
        </p:nvSpPr>
        <p:spPr>
          <a:xfrm xmlns:a="http://schemas.openxmlformats.org/drawingml/2006/main">
            <a:off x="8763000" y="4714875"/>
            <a:ext cx="5429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7154D"/>
                </a:solidFill>
                <a:latin typeface="Rubik"/>
                <a:ea typeface="Rubik"/>
                <a:cs typeface="Rubik"/>
              </a:defRPr>
            </a:defPPr>
          </a:lstStyle>
          <a:p xmlns:a="http://schemas.openxmlformats.org/drawingml/2006/main">
            <a:pPr>
              <a:defRPr sz="2400" b="1">
                <a:solidFill>
                  <a:srgbClr val="07154D"/>
                </a:solidFill>
                <a:latin typeface="Rubik"/>
                <a:ea typeface="Rubik"/>
                <a:cs typeface="Rubik"/>
              </a:defRPr>
            </a:pPr>
            <a:r>
              <a:rPr sz="2400" b="1">
                <a:solidFill>
                  <a:srgbClr val="07154D"/>
                </a:solidFill>
                <a:latin typeface="Rubik"/>
                <a:ea typeface="Rubik"/>
                <a:cs typeface="Rubik"/>
              </a:rPr>
              <a:t>RANDOMISED COMPLETE</a:t>
            </a:r>
          </a:p>
          <a:p xmlns:a="http://schemas.openxmlformats.org/drawingml/2006/main">
            <a:pPr>
              <a:defRPr sz="2400" b="1">
                <a:solidFill>
                  <a:srgbClr val="07154D"/>
                </a:solidFill>
                <a:latin typeface="Rubik"/>
                <a:ea typeface="Rubik"/>
                <a:cs typeface="Rubik"/>
              </a:defRPr>
            </a:pPr>
            <a:r>
              <a:rPr sz="2400" b="1">
                <a:solidFill>
                  <a:srgbClr val="07154D"/>
                </a:solidFill>
                <a:latin typeface="Rubik"/>
                <a:ea typeface="Rubik"/>
                <a:cs typeface="Rubik"/>
              </a:rPr>
              <a:t>BLOCK DESIGN (RCBD)</a:t>
            </a:r>
          </a:p>
        </p:txBody>
      </p:sp>
      <p:sp>
        <p:nvSpPr>
          <p:cNvPr id="11" name="">
            <a:extLst xmlns:a="http://schemas.openxmlformats.org/drawingml/2006/main">
              <a:ext uri="{FF2B5EF4-FFF2-40B4-BE49-F238E27FC236}">
                <a16:creationId xmlns:a16="http://schemas.microsoft.com/office/drawing/2014/main" id="{3BC0FF5F-953B-4DE3-9C08-3E91084CB809}"/>
              </a:ext>
            </a:extLst>
          </p:cNvPr>
          <p:cNvSpPr>
            <a:spLocks xmlns:a="http://schemas.openxmlformats.org/drawingml/2006/main" noGrp="1"/>
          </p:cNvSpPr>
          <p:nvPr/>
        </p:nvSpPr>
        <p:spPr>
          <a:xfrm xmlns:a="http://schemas.openxmlformats.org/drawingml/2006/main">
            <a:off x="7715250" y="5762625"/>
            <a:ext cx="5905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3B506C"/>
                </a:solidFill>
                <a:latin typeface="Rubik"/>
                <a:ea typeface="Rubik"/>
                <a:cs typeface="Rubik"/>
              </a:defRPr>
            </a:defPPr>
          </a:lstStyle>
          <a:p xmlns:a="http://schemas.openxmlformats.org/drawingml/2006/main">
            <a:pPr>
              <a:defRPr sz="2175" b="0">
                <a:solidFill>
                  <a:srgbClr val="3B506C"/>
                </a:solidFill>
                <a:latin typeface="Rubik"/>
                <a:ea typeface="Rubik"/>
                <a:cs typeface="Rubik"/>
              </a:defRPr>
            </a:pPr>
            <a:r>
              <a:rPr sz="2175" b="0">
                <a:solidFill>
                  <a:srgbClr val="3B506C"/>
                </a:solidFill>
                <a:latin typeface="Rubik"/>
                <a:ea typeface="Rubik"/>
                <a:cs typeface="Rubik"/>
              </a:rPr>
              <a:t>Block by department, division, job category, or location, then randomise within blocks. Blocking can reduce organisational variation and improve precision.</a:t>
            </a:r>
          </a:p>
        </p:txBody>
      </p:sp>
      <p:sp>
        <p:nvSpPr>
          <p:cNvPr id="12" name="">
            <a:extLst xmlns:a="http://schemas.openxmlformats.org/drawingml/2006/main">
              <a:ext uri="{FF2B5EF4-FFF2-40B4-BE49-F238E27FC236}">
                <a16:creationId xmlns:a16="http://schemas.microsoft.com/office/drawing/2014/main" id="{C9623A02-66F8-40A0-949E-ACDD890B91AF}"/>
              </a:ext>
            </a:extLst>
          </p:cNvPr>
          <p:cNvSpPr>
            <a:spLocks xmlns:a="http://schemas.openxmlformats.org/drawingml/2006/main" noGrp="1"/>
          </p:cNvSpPr>
          <p:nvPr/>
        </p:nvSpPr>
        <p:spPr>
          <a:xfrm xmlns:a="http://schemas.openxmlformats.org/drawingml/2006/main">
            <a:off x="1047750" y="7715250"/>
            <a:ext cx="1428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0065FF"/>
                </a:solidFill>
                <a:latin typeface="Rubik"/>
                <a:ea typeface="Rubik"/>
                <a:cs typeface="Rubik"/>
              </a:defRPr>
            </a:defPPr>
          </a:lstStyle>
          <a:p xmlns:a="http://schemas.openxmlformats.org/drawingml/2006/main">
            <a:pPr>
              <a:defRPr sz="2475" b="1">
                <a:solidFill>
                  <a:srgbClr val="0065FF"/>
                </a:solidFill>
                <a:latin typeface="Rubik"/>
                <a:ea typeface="Rubik"/>
                <a:cs typeface="Rubik"/>
              </a:defRPr>
            </a:pPr>
            <a:r>
              <a:rPr sz="2475" b="1">
                <a:solidFill>
                  <a:srgbClr val="0065FF"/>
                </a:solidFill>
                <a:latin typeface="Rubik"/>
                <a:ea typeface="Rubik"/>
                <a:cs typeface="Rubik"/>
              </a:rPr>
              <a:t>OUTCOMES AND SAFEGUARDS</a:t>
            </a:r>
          </a:p>
        </p:txBody>
      </p:sp>
      <p:sp>
        <p:nvSpPr>
          <p:cNvPr id="13" name="">
            <a:extLst xmlns:a="http://schemas.openxmlformats.org/drawingml/2006/main">
              <a:ext uri="{FF2B5EF4-FFF2-40B4-BE49-F238E27FC236}">
                <a16:creationId xmlns:a16="http://schemas.microsoft.com/office/drawing/2014/main" id="{B01C8D18-3025-4E1A-B94C-6B1A6BA3AA73}"/>
              </a:ext>
            </a:extLst>
          </p:cNvPr>
          <p:cNvSpPr>
            <a:spLocks xmlns:a="http://schemas.openxmlformats.org/drawingml/2006/main" noGrp="1"/>
          </p:cNvSpPr>
          <p:nvPr/>
        </p:nvSpPr>
        <p:spPr>
          <a:xfrm xmlns:a="http://schemas.openxmlformats.org/drawingml/2006/main">
            <a:off x="1047750" y="8382000"/>
            <a:ext cx="13239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07154D"/>
                </a:solidFill>
                <a:latin typeface="Rubik"/>
                <a:ea typeface="Rubik"/>
                <a:cs typeface="Rubik"/>
              </a:defRPr>
            </a:defPPr>
          </a:lstStyle>
          <a:p xmlns:a="http://schemas.openxmlformats.org/drawingml/2006/main">
            <a:pPr>
              <a:defRPr sz="2175" b="0">
                <a:solidFill>
                  <a:srgbClr val="07154D"/>
                </a:solidFill>
                <a:latin typeface="Rubik"/>
                <a:ea typeface="Rubik"/>
                <a:cs typeface="Rubik"/>
              </a:defRPr>
            </a:pPr>
            <a:r>
              <a:rPr sz="2175" b="0">
                <a:solidFill>
                  <a:srgbClr val="07154D"/>
                </a:solidFill>
                <a:latin typeface="Rubik"/>
                <a:ea typeface="Rubik"/>
                <a:cs typeface="Rubik"/>
              </a:rPr>
              <a:t>Measure AbsentHours, the zero-absence proportion, employee feedback, and programme cost. Require ethical approval, pre-registration, privacy safeguards, contamination control, and monitoring of non-compliance and attrition.</a:t>
            </a:r>
          </a:p>
        </p:txBody>
      </p:sp>
      <p:sp>
        <p:nvSpPr>
          <p:cNvPr id="14" name="">
            <a:extLst xmlns:a="http://schemas.openxmlformats.org/drawingml/2006/main">
              <a:ext uri="{FF2B5EF4-FFF2-40B4-BE49-F238E27FC236}">
                <a16:creationId xmlns:a16="http://schemas.microsoft.com/office/drawing/2014/main" id="{BAE7BCC5-8069-46F3-8456-CFBD0987237F}"/>
              </a:ext>
            </a:extLst>
          </p:cNvPr>
          <p:cNvSpPr>
            <a:spLocks xmlns:a="http://schemas.openxmlformats.org/drawingml/2006/main" noGrp="1"/>
          </p:cNvSpPr>
          <p:nvPr/>
        </p:nvSpPr>
        <p:spPr>
          <a:xfrm xmlns:a="http://schemas.openxmlformats.org/drawingml/2006/main">
            <a:off x="17049750" y="9382125"/>
            <a:ext cx="628650" cy="628650"/>
          </a:xfrm>
          <a:prstGeom xmlns:a="http://schemas.openxmlformats.org/drawingml/2006/main" prst="ellipse">
            <a:avLst/>
          </a:prstGeom>
          <a:solidFill xmlns:a="http://schemas.openxmlformats.org/drawingml/2006/main">
            <a:srgbClr val="07154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35EB787-41E5-4261-9DA5-4A5A3AB7FE3D}"/>
              </a:ext>
            </a:extLst>
          </p:cNvPr>
          <p:cNvSpPr>
            <a:spLocks xmlns:a="http://schemas.openxmlformats.org/drawingml/2006/main" noGrp="1"/>
          </p:cNvSpPr>
          <p:nvPr/>
        </p:nvSpPr>
        <p:spPr>
          <a:xfrm xmlns:a="http://schemas.openxmlformats.org/drawingml/2006/main">
            <a:off x="17049750" y="9467850"/>
            <a:ext cx="628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950" b="1">
                <a:solidFill>
                  <a:srgbClr val="FFFFFF"/>
                </a:solidFill>
                <a:latin typeface="Rubik"/>
                <a:ea typeface="Rubik"/>
                <a:cs typeface="Rubik"/>
              </a:defRPr>
            </a:defPPr>
          </a:lstStyle>
          <a:p xmlns:a="http://schemas.openxmlformats.org/drawingml/2006/main">
            <a:pPr algn="ctr">
              <a:defRPr sz="1950" b="1">
                <a:solidFill>
                  <a:srgbClr val="FFFFFF"/>
                </a:solidFill>
                <a:latin typeface="Rubik"/>
                <a:ea typeface="Rubik"/>
                <a:cs typeface="Rubik"/>
              </a:defRPr>
            </a:pPr>
            <a:r>
              <a:rPr sz="1950" b="1">
                <a:solidFill>
                  <a:srgbClr val="FFFFFF"/>
                </a:solidFill>
                <a:latin typeface="Rubik"/>
                <a:ea typeface="Rubik"/>
                <a:cs typeface="Rubik"/>
              </a:rPr>
              <a:t>10</a:t>
            </a:r>
          </a:p>
        </p:txBody>
      </p:sp>
    </p:spTree>
    <p:extLst>
      <p:ext uri="{BB962C8B-B14F-4D97-AF65-F5344CB8AC3E}">
        <p14:creationId xmlns:p14="http://schemas.microsoft.com/office/powerpoint/2010/main" val="193092755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6A8B2074-2811-4A9A-A62D-917B8E194BC8}"/>
              </a:ext>
            </a:extLst>
          </p:cNvPr>
          <p:cNvPicPr>
            <a:picLocks xmlns:a="http://schemas.openxmlformats.org/drawingml/2006/main" noChangeAspect="1"/>
          </p:cNvPicPr>
          <p:nvPr/>
        </p:nvPicPr>
        <p:blipFill>
          <a:blip xmlns:r="http://schemas.openxmlformats.org/officeDocument/2006/relationships" xmlns:a="http://schemas.openxmlformats.org/drawingml/2006/main" r:embed="Rfa18417053564c51"/>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771F1F6-25C9-412E-B53C-BE26498A1746}"/>
              </a:ext>
            </a:extLst>
          </p:cNvPr>
          <p:cNvSpPr>
            <a:spLocks xmlns:a="http://schemas.openxmlformats.org/drawingml/2006/main" noGrp="1"/>
          </p:cNvSpPr>
          <p:nvPr/>
        </p:nvSpPr>
        <p:spPr>
          <a:xfrm xmlns:a="http://schemas.openxmlformats.org/drawingml/2006/main">
            <a:off x="1000125" y="619125"/>
            <a:ext cx="1619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450" b="0">
                <a:solidFill>
                  <a:srgbClr val="07154D"/>
                </a:solidFill>
                <a:latin typeface="Anton"/>
                <a:ea typeface="Anton"/>
                <a:cs typeface="Anton"/>
              </a:defRPr>
            </a:defPPr>
          </a:lstStyle>
          <a:p xmlns:a="http://schemas.openxmlformats.org/drawingml/2006/main">
            <a:pPr>
              <a:defRPr sz="6450" b="0">
                <a:solidFill>
                  <a:srgbClr val="07154D"/>
                </a:solidFill>
                <a:latin typeface="Anton"/>
                <a:ea typeface="Anton"/>
                <a:cs typeface="Anton"/>
              </a:defRPr>
            </a:pPr>
            <a:r>
              <a:rPr sz="6450" b="0">
                <a:solidFill>
                  <a:srgbClr val="07154D"/>
                </a:solidFill>
                <a:latin typeface="Anton"/>
                <a:ea typeface="Anton"/>
                <a:cs typeface="Anton"/>
              </a:rPr>
              <a:t>PCA EVALUATION</a:t>
            </a:r>
          </a:p>
        </p:txBody>
      </p:sp>
      <p:sp>
        <p:nvSpPr>
          <p:cNvPr id="3" name="">
            <a:extLst xmlns:a="http://schemas.openxmlformats.org/drawingml/2006/main">
              <a:ext uri="{FF2B5EF4-FFF2-40B4-BE49-F238E27FC236}">
                <a16:creationId xmlns:a16="http://schemas.microsoft.com/office/drawing/2014/main" id="{4A7EAF82-7EA2-412B-A1DF-6CB0C168778E}"/>
              </a:ext>
            </a:extLst>
          </p:cNvPr>
          <p:cNvSpPr>
            <a:spLocks xmlns:a="http://schemas.openxmlformats.org/drawingml/2006/main" noGrp="1"/>
          </p:cNvSpPr>
          <p:nvPr/>
        </p:nvSpPr>
        <p:spPr>
          <a:xfrm xmlns:a="http://schemas.openxmlformats.org/drawingml/2006/main">
            <a:off x="1047750" y="2333625"/>
            <a:ext cx="742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065FF"/>
                </a:solidFill>
                <a:latin typeface="Rubik"/>
                <a:ea typeface="Rubik"/>
                <a:cs typeface="Rubik"/>
              </a:defRPr>
            </a:defPPr>
          </a:lstStyle>
          <a:p xmlns:a="http://schemas.openxmlformats.org/drawingml/2006/main">
            <a:pPr>
              <a:defRPr sz="2550" b="1">
                <a:solidFill>
                  <a:srgbClr val="0065FF"/>
                </a:solidFill>
                <a:latin typeface="Rubik"/>
                <a:ea typeface="Rubik"/>
                <a:cs typeface="Rubik"/>
              </a:defRPr>
            </a:pPr>
            <a:r>
              <a:rPr sz="2550" b="1">
                <a:solidFill>
                  <a:srgbClr val="0065FF"/>
                </a:solidFill>
                <a:latin typeface="Rubik"/>
                <a:ea typeface="Rubik"/>
                <a:cs typeface="Rubik"/>
              </a:rPr>
              <a:t>EXPLAINED VARIANCE</a:t>
            </a:r>
          </a:p>
        </p:txBody>
      </p:sp>
      <p:sp>
        <p:nvSpPr>
          <p:cNvPr id="4" name="">
            <a:extLst xmlns:a="http://schemas.openxmlformats.org/drawingml/2006/main">
              <a:ext uri="{FF2B5EF4-FFF2-40B4-BE49-F238E27FC236}">
                <a16:creationId xmlns:a16="http://schemas.microsoft.com/office/drawing/2014/main" id="{BFAB8153-1618-45F6-961E-1104DE89F41D}"/>
              </a:ext>
            </a:extLst>
          </p:cNvPr>
          <p:cNvSpPr>
            <a:spLocks xmlns:a="http://schemas.openxmlformats.org/drawingml/2006/main" noGrp="1"/>
          </p:cNvSpPr>
          <p:nvPr/>
        </p:nvSpPr>
        <p:spPr>
          <a:xfrm xmlns:a="http://schemas.openxmlformats.org/drawingml/2006/main">
            <a:off x="1047750" y="3095625"/>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7154D"/>
                </a:solidFill>
                <a:latin typeface="Rubik"/>
                <a:ea typeface="Rubik"/>
                <a:cs typeface="Rubik"/>
              </a:defRPr>
            </a:defPPr>
          </a:lstStyle>
          <a:p xmlns:a="http://schemas.openxmlformats.org/drawingml/2006/main">
            <a:pPr>
              <a:defRPr sz="2325" b="1">
                <a:solidFill>
                  <a:srgbClr val="07154D"/>
                </a:solidFill>
                <a:latin typeface="Rubik"/>
                <a:ea typeface="Rubik"/>
                <a:cs typeface="Rubik"/>
              </a:defRPr>
            </a:pPr>
            <a:r>
              <a:rPr sz="2325" b="1">
                <a:solidFill>
                  <a:srgbClr val="07154D"/>
                </a:solidFill>
                <a:latin typeface="Rubik"/>
                <a:ea typeface="Rubik"/>
                <a:cs typeface="Rubik"/>
              </a:rPr>
              <a:t>PC1</a:t>
            </a:r>
          </a:p>
        </p:txBody>
      </p:sp>
      <p:sp>
        <p:nvSpPr>
          <p:cNvPr id="5" name="">
            <a:extLst xmlns:a="http://schemas.openxmlformats.org/drawingml/2006/main">
              <a:ext uri="{FF2B5EF4-FFF2-40B4-BE49-F238E27FC236}">
                <a16:creationId xmlns:a16="http://schemas.microsoft.com/office/drawing/2014/main" id="{0985EFA2-27DB-4D5C-8F16-CDC034F918E5}"/>
              </a:ext>
            </a:extLst>
          </p:cNvPr>
          <p:cNvSpPr>
            <a:spLocks xmlns:a="http://schemas.openxmlformats.org/drawingml/2006/main" noGrp="1"/>
          </p:cNvSpPr>
          <p:nvPr/>
        </p:nvSpPr>
        <p:spPr>
          <a:xfrm xmlns:a="http://schemas.openxmlformats.org/drawingml/2006/main">
            <a:off x="1047750" y="3762375"/>
            <a:ext cx="247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650" b="0">
                <a:solidFill>
                  <a:srgbClr val="0065FF"/>
                </a:solidFill>
                <a:latin typeface="Anton"/>
                <a:ea typeface="Anton"/>
                <a:cs typeface="Anton"/>
              </a:defRPr>
            </a:defPPr>
          </a:lstStyle>
          <a:p xmlns:a="http://schemas.openxmlformats.org/drawingml/2006/main">
            <a:pPr>
              <a:defRPr sz="4650" b="0">
                <a:solidFill>
                  <a:srgbClr val="0065FF"/>
                </a:solidFill>
                <a:latin typeface="Anton"/>
                <a:ea typeface="Anton"/>
                <a:cs typeface="Anton"/>
              </a:defRPr>
            </a:pPr>
            <a:r>
              <a:rPr sz="4650" b="0">
                <a:solidFill>
                  <a:srgbClr val="0065FF"/>
                </a:solidFill>
                <a:latin typeface="Anton"/>
                <a:ea typeface="Anton"/>
                <a:cs typeface="Anton"/>
              </a:rPr>
              <a:t>61.01%</a:t>
            </a:r>
          </a:p>
        </p:txBody>
      </p:sp>
      <p:sp>
        <p:nvSpPr>
          <p:cNvPr id="6" name="">
            <a:extLst xmlns:a="http://schemas.openxmlformats.org/drawingml/2006/main">
              <a:ext uri="{FF2B5EF4-FFF2-40B4-BE49-F238E27FC236}">
                <a16:creationId xmlns:a16="http://schemas.microsoft.com/office/drawing/2014/main" id="{4D584BE1-7E86-4C2C-A4A2-90ADAC6D4DE3}"/>
              </a:ext>
            </a:extLst>
          </p:cNvPr>
          <p:cNvSpPr>
            <a:spLocks xmlns:a="http://schemas.openxmlformats.org/drawingml/2006/main" noGrp="1"/>
          </p:cNvSpPr>
          <p:nvPr/>
        </p:nvSpPr>
        <p:spPr>
          <a:xfrm xmlns:a="http://schemas.openxmlformats.org/drawingml/2006/main">
            <a:off x="3667125" y="3095625"/>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7154D"/>
                </a:solidFill>
                <a:latin typeface="Rubik"/>
                <a:ea typeface="Rubik"/>
                <a:cs typeface="Rubik"/>
              </a:defRPr>
            </a:defPPr>
          </a:lstStyle>
          <a:p xmlns:a="http://schemas.openxmlformats.org/drawingml/2006/main">
            <a:pPr>
              <a:defRPr sz="2325" b="1">
                <a:solidFill>
                  <a:srgbClr val="07154D"/>
                </a:solidFill>
                <a:latin typeface="Rubik"/>
                <a:ea typeface="Rubik"/>
                <a:cs typeface="Rubik"/>
              </a:defRPr>
            </a:pPr>
            <a:r>
              <a:rPr sz="2325" b="1">
                <a:solidFill>
                  <a:srgbClr val="07154D"/>
                </a:solidFill>
                <a:latin typeface="Rubik"/>
                <a:ea typeface="Rubik"/>
                <a:cs typeface="Rubik"/>
              </a:rPr>
              <a:t>PC2</a:t>
            </a:r>
          </a:p>
        </p:txBody>
      </p:sp>
      <p:sp>
        <p:nvSpPr>
          <p:cNvPr id="7" name="">
            <a:extLst xmlns:a="http://schemas.openxmlformats.org/drawingml/2006/main">
              <a:ext uri="{FF2B5EF4-FFF2-40B4-BE49-F238E27FC236}">
                <a16:creationId xmlns:a16="http://schemas.microsoft.com/office/drawing/2014/main" id="{4E7AD30E-16C6-49B3-A281-95BDECF75AC4}"/>
              </a:ext>
            </a:extLst>
          </p:cNvPr>
          <p:cNvSpPr>
            <a:spLocks xmlns:a="http://schemas.openxmlformats.org/drawingml/2006/main" noGrp="1"/>
          </p:cNvSpPr>
          <p:nvPr/>
        </p:nvSpPr>
        <p:spPr>
          <a:xfrm xmlns:a="http://schemas.openxmlformats.org/drawingml/2006/main">
            <a:off x="3667125" y="3762375"/>
            <a:ext cx="247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650" b="0">
                <a:solidFill>
                  <a:srgbClr val="0065FF"/>
                </a:solidFill>
                <a:latin typeface="Anton"/>
                <a:ea typeface="Anton"/>
                <a:cs typeface="Anton"/>
              </a:defRPr>
            </a:defPPr>
          </a:lstStyle>
          <a:p xmlns:a="http://schemas.openxmlformats.org/drawingml/2006/main">
            <a:pPr>
              <a:defRPr sz="4650" b="0">
                <a:solidFill>
                  <a:srgbClr val="0065FF"/>
                </a:solidFill>
                <a:latin typeface="Anton"/>
                <a:ea typeface="Anton"/>
                <a:cs typeface="Anton"/>
              </a:defRPr>
            </a:pPr>
            <a:r>
              <a:rPr sz="4650" b="0">
                <a:solidFill>
                  <a:srgbClr val="0065FF"/>
                </a:solidFill>
                <a:latin typeface="Anton"/>
                <a:ea typeface="Anton"/>
                <a:cs typeface="Anton"/>
              </a:rPr>
              <a:t>33.52%</a:t>
            </a:r>
          </a:p>
        </p:txBody>
      </p:sp>
      <p:sp>
        <p:nvSpPr>
          <p:cNvPr id="8" name="">
            <a:extLst xmlns:a="http://schemas.openxmlformats.org/drawingml/2006/main">
              <a:ext uri="{FF2B5EF4-FFF2-40B4-BE49-F238E27FC236}">
                <a16:creationId xmlns:a16="http://schemas.microsoft.com/office/drawing/2014/main" id="{00CB2B3F-06A8-4810-830B-AE77EE383650}"/>
              </a:ext>
            </a:extLst>
          </p:cNvPr>
          <p:cNvSpPr>
            <a:spLocks xmlns:a="http://schemas.openxmlformats.org/drawingml/2006/main" noGrp="1"/>
          </p:cNvSpPr>
          <p:nvPr/>
        </p:nvSpPr>
        <p:spPr>
          <a:xfrm xmlns:a="http://schemas.openxmlformats.org/drawingml/2006/main">
            <a:off x="6286500" y="3095625"/>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7154D"/>
                </a:solidFill>
                <a:latin typeface="Rubik"/>
                <a:ea typeface="Rubik"/>
                <a:cs typeface="Rubik"/>
              </a:defRPr>
            </a:defPPr>
          </a:lstStyle>
          <a:p xmlns:a="http://schemas.openxmlformats.org/drawingml/2006/main">
            <a:pPr>
              <a:defRPr sz="2325" b="1">
                <a:solidFill>
                  <a:srgbClr val="07154D"/>
                </a:solidFill>
                <a:latin typeface="Rubik"/>
                <a:ea typeface="Rubik"/>
                <a:cs typeface="Rubik"/>
              </a:defRPr>
            </a:pPr>
            <a:r>
              <a:rPr sz="2325" b="1">
                <a:solidFill>
                  <a:srgbClr val="07154D"/>
                </a:solidFill>
                <a:latin typeface="Rubik"/>
                <a:ea typeface="Rubik"/>
                <a:cs typeface="Rubik"/>
              </a:rPr>
              <a:t>PC3</a:t>
            </a:r>
          </a:p>
        </p:txBody>
      </p:sp>
      <p:sp>
        <p:nvSpPr>
          <p:cNvPr id="9" name="">
            <a:extLst xmlns:a="http://schemas.openxmlformats.org/drawingml/2006/main">
              <a:ext uri="{FF2B5EF4-FFF2-40B4-BE49-F238E27FC236}">
                <a16:creationId xmlns:a16="http://schemas.microsoft.com/office/drawing/2014/main" id="{E9A5A552-EFA7-40C0-86B4-4CA56252A082}"/>
              </a:ext>
            </a:extLst>
          </p:cNvPr>
          <p:cNvSpPr>
            <a:spLocks xmlns:a="http://schemas.openxmlformats.org/drawingml/2006/main" noGrp="1"/>
          </p:cNvSpPr>
          <p:nvPr/>
        </p:nvSpPr>
        <p:spPr>
          <a:xfrm xmlns:a="http://schemas.openxmlformats.org/drawingml/2006/main">
            <a:off x="6286500" y="3762375"/>
            <a:ext cx="247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650" b="0">
                <a:solidFill>
                  <a:srgbClr val="0065FF"/>
                </a:solidFill>
                <a:latin typeface="Anton"/>
                <a:ea typeface="Anton"/>
                <a:cs typeface="Anton"/>
              </a:defRPr>
            </a:defPPr>
          </a:lstStyle>
          <a:p xmlns:a="http://schemas.openxmlformats.org/drawingml/2006/main">
            <a:pPr>
              <a:defRPr sz="4650" b="0">
                <a:solidFill>
                  <a:srgbClr val="0065FF"/>
                </a:solidFill>
                <a:latin typeface="Anton"/>
                <a:ea typeface="Anton"/>
                <a:cs typeface="Anton"/>
              </a:defRPr>
            </a:pPr>
            <a:r>
              <a:rPr sz="4650" b="0">
                <a:solidFill>
                  <a:srgbClr val="0065FF"/>
                </a:solidFill>
                <a:latin typeface="Anton"/>
                <a:ea typeface="Anton"/>
                <a:cs typeface="Anton"/>
              </a:rPr>
              <a:t>5.47%</a:t>
            </a:r>
          </a:p>
        </p:txBody>
      </p:sp>
      <p:sp>
        <p:nvSpPr>
          <p:cNvPr id="10" name="">
            <a:extLst xmlns:a="http://schemas.openxmlformats.org/drawingml/2006/main">
              <a:ext uri="{FF2B5EF4-FFF2-40B4-BE49-F238E27FC236}">
                <a16:creationId xmlns:a16="http://schemas.microsoft.com/office/drawing/2014/main" id="{25D2F3BD-01D1-4515-BA83-191D9AA599C8}"/>
              </a:ext>
            </a:extLst>
          </p:cNvPr>
          <p:cNvSpPr>
            <a:spLocks xmlns:a="http://schemas.openxmlformats.org/drawingml/2006/main" noGrp="1"/>
          </p:cNvSpPr>
          <p:nvPr/>
        </p:nvSpPr>
        <p:spPr>
          <a:xfrm xmlns:a="http://schemas.openxmlformats.org/drawingml/2006/main">
            <a:off x="1047750" y="4810125"/>
            <a:ext cx="781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07154D"/>
                </a:solidFill>
                <a:latin typeface="Rubik"/>
                <a:ea typeface="Rubik"/>
                <a:cs typeface="Rubik"/>
              </a:defRPr>
            </a:defPPr>
          </a:lstStyle>
          <a:p xmlns:a="http://schemas.openxmlformats.org/drawingml/2006/main">
            <a:pPr>
              <a:defRPr sz="2775" b="1">
                <a:solidFill>
                  <a:srgbClr val="07154D"/>
                </a:solidFill>
                <a:latin typeface="Rubik"/>
                <a:ea typeface="Rubik"/>
                <a:cs typeface="Rubik"/>
              </a:defRPr>
            </a:pPr>
            <a:r>
              <a:rPr sz="2775" b="1">
                <a:solidFill>
                  <a:srgbClr val="07154D"/>
                </a:solidFill>
                <a:latin typeface="Rubik"/>
                <a:ea typeface="Rubik"/>
                <a:cs typeface="Rubik"/>
              </a:rPr>
              <a:t>PC1 + PC2: 94.53%</a:t>
            </a:r>
          </a:p>
        </p:txBody>
      </p:sp>
      <p:pic>
        <p:nvPicPr>
          <p:cNvPr id="11" name="">
            <a:extLst xmlns:a="http://schemas.openxmlformats.org/drawingml/2006/main">
              <a:ext uri="{FF2B5EF4-FFF2-40B4-BE49-F238E27FC236}">
                <a16:creationId xmlns:a16="http://schemas.microsoft.com/office/drawing/2014/main" id="{D09EDA27-F37F-4475-B128-880F574A46EC}"/>
              </a:ext>
            </a:extLst>
          </p:cNvPr>
          <p:cNvPicPr>
            <a:picLocks xmlns:a="http://schemas.openxmlformats.org/drawingml/2006/main" noChangeAspect="1"/>
          </p:cNvPicPr>
          <p:nvPr/>
        </p:nvPicPr>
        <p:blipFill>
          <a:blip xmlns:r="http://schemas.openxmlformats.org/officeDocument/2006/relationships" xmlns:a="http://schemas.openxmlformats.org/drawingml/2006/main" r:embed="R98a3e563f5ed4267"/>
          <a:stretch xmlns:a="http://schemas.openxmlformats.org/drawingml/2006/main"/>
        </p:blipFill>
        <p:spPr>
          <a:xfrm xmlns:a="http://schemas.openxmlformats.org/drawingml/2006/main">
            <a:off x="9525000" y="2462893"/>
            <a:ext cx="7715250" cy="4408714"/>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F192EB48-A864-474A-8281-232E92656CB5}"/>
              </a:ext>
            </a:extLst>
          </p:cNvPr>
          <p:cNvSpPr>
            <a:spLocks xmlns:a="http://schemas.openxmlformats.org/drawingml/2006/main" noGrp="1"/>
          </p:cNvSpPr>
          <p:nvPr/>
        </p:nvSpPr>
        <p:spPr>
          <a:xfrm xmlns:a="http://schemas.openxmlformats.org/drawingml/2006/main">
            <a:off x="1047750" y="5953125"/>
            <a:ext cx="781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0065FF"/>
                </a:solidFill>
                <a:latin typeface="Rubik"/>
                <a:ea typeface="Rubik"/>
                <a:cs typeface="Rubik"/>
              </a:defRPr>
            </a:defPPr>
          </a:lstStyle>
          <a:p xmlns:a="http://schemas.openxmlformats.org/drawingml/2006/main">
            <a:pPr>
              <a:defRPr sz="2475" b="1">
                <a:solidFill>
                  <a:srgbClr val="0065FF"/>
                </a:solidFill>
                <a:latin typeface="Rubik"/>
                <a:ea typeface="Rubik"/>
                <a:cs typeface="Rubik"/>
              </a:defRPr>
            </a:pPr>
            <a:r>
              <a:rPr sz="2475" b="1">
                <a:solidFill>
                  <a:srgbClr val="0065FF"/>
                </a:solidFill>
                <a:latin typeface="Rubik"/>
                <a:ea typeface="Rubik"/>
                <a:cs typeface="Rubik"/>
              </a:rPr>
              <a:t>REPORTED COMPARISON</a:t>
            </a:r>
          </a:p>
        </p:txBody>
      </p:sp>
      <p:sp>
        <p:nvSpPr>
          <p:cNvPr id="13" name="">
            <a:extLst xmlns:a="http://schemas.openxmlformats.org/drawingml/2006/main">
              <a:ext uri="{FF2B5EF4-FFF2-40B4-BE49-F238E27FC236}">
                <a16:creationId xmlns:a16="http://schemas.microsoft.com/office/drawing/2014/main" id="{B0D896FF-6C8D-4BA4-BC7B-9D237508FE8D}"/>
              </a:ext>
            </a:extLst>
          </p:cNvPr>
          <p:cNvSpPr>
            <a:spLocks xmlns:a="http://schemas.openxmlformats.org/drawingml/2006/main" noGrp="1"/>
          </p:cNvSpPr>
          <p:nvPr/>
        </p:nvSpPr>
        <p:spPr>
          <a:xfrm xmlns:a="http://schemas.openxmlformats.org/drawingml/2006/main">
            <a:off x="1047750" y="6619875"/>
            <a:ext cx="79533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07154D"/>
                </a:solidFill>
                <a:latin typeface="Rubik"/>
                <a:ea typeface="Rubik"/>
                <a:cs typeface="Rubik"/>
              </a:defRPr>
            </a:defPPr>
          </a:lstStyle>
          <a:p xmlns:a="http://schemas.openxmlformats.org/drawingml/2006/main">
            <a:pPr>
              <a:defRPr sz="2175" b="0">
                <a:solidFill>
                  <a:srgbClr val="07154D"/>
                </a:solidFill>
                <a:latin typeface="Rubik"/>
                <a:ea typeface="Rubik"/>
                <a:cs typeface="Rubik"/>
              </a:defRPr>
            </a:pPr>
            <a:r>
              <a:rPr sz="2175" b="0">
                <a:solidFill>
                  <a:srgbClr val="07154D"/>
                </a:solidFill>
                <a:latin typeface="Rubik"/>
                <a:ea typeface="Rubik"/>
                <a:cs typeface="Rubik"/>
              </a:rPr>
              <a:t>Age + service baseline R² = 0.6971</a:t>
            </a:r>
          </a:p>
          <a:p xmlns:a="http://schemas.openxmlformats.org/drawingml/2006/main">
            <a:pPr>
              <a:defRPr sz="2175" b="0">
                <a:solidFill>
                  <a:srgbClr val="07154D"/>
                </a:solidFill>
                <a:latin typeface="Rubik"/>
                <a:ea typeface="Rubik"/>
                <a:cs typeface="Rubik"/>
              </a:defRPr>
            </a:pPr>
            <a:r>
              <a:rPr sz="2175" b="0">
                <a:solidFill>
                  <a:srgbClr val="07154D"/>
                </a:solidFill>
                <a:latin typeface="Rubik"/>
                <a:ea typeface="Rubik"/>
                <a:cs typeface="Rubik"/>
              </a:rPr>
              <a:t>PCA regression with PC1 and PC2 reports R² = 0.9186</a:t>
            </a:r>
          </a:p>
        </p:txBody>
      </p:sp>
      <p:sp>
        <p:nvSpPr>
          <p:cNvPr id="14" name="">
            <a:extLst xmlns:a="http://schemas.openxmlformats.org/drawingml/2006/main">
              <a:ext uri="{FF2B5EF4-FFF2-40B4-BE49-F238E27FC236}">
                <a16:creationId xmlns:a16="http://schemas.microsoft.com/office/drawing/2014/main" id="{CE5AD37D-143F-4B2A-89B3-B205D6B5EEC8}"/>
              </a:ext>
            </a:extLst>
          </p:cNvPr>
          <p:cNvSpPr>
            <a:spLocks xmlns:a="http://schemas.openxmlformats.org/drawingml/2006/main" noGrp="1"/>
          </p:cNvSpPr>
          <p:nvPr/>
        </p:nvSpPr>
        <p:spPr>
          <a:xfrm xmlns:a="http://schemas.openxmlformats.org/drawingml/2006/main">
            <a:off x="1047750" y="8096250"/>
            <a:ext cx="1524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0065FF"/>
                </a:solidFill>
                <a:latin typeface="Rubik"/>
                <a:ea typeface="Rubik"/>
                <a:cs typeface="Rubik"/>
              </a:defRPr>
            </a:defPPr>
          </a:lstStyle>
          <a:p xmlns:a="http://schemas.openxmlformats.org/drawingml/2006/main">
            <a:pPr>
              <a:defRPr sz="2475" b="1">
                <a:solidFill>
                  <a:srgbClr val="0065FF"/>
                </a:solidFill>
                <a:latin typeface="Rubik"/>
                <a:ea typeface="Rubik"/>
                <a:cs typeface="Rubik"/>
              </a:defRPr>
            </a:pPr>
            <a:r>
              <a:rPr sz="2475" b="1">
                <a:solidFill>
                  <a:srgbClr val="0065FF"/>
                </a:solidFill>
                <a:latin typeface="Rubik"/>
                <a:ea typeface="Rubik"/>
                <a:cs typeface="Rubik"/>
              </a:rPr>
              <a:t>CRITICAL LIMITATION</a:t>
            </a:r>
          </a:p>
        </p:txBody>
      </p:sp>
      <p:sp>
        <p:nvSpPr>
          <p:cNvPr id="15" name="">
            <a:extLst xmlns:a="http://schemas.openxmlformats.org/drawingml/2006/main">
              <a:ext uri="{FF2B5EF4-FFF2-40B4-BE49-F238E27FC236}">
                <a16:creationId xmlns:a16="http://schemas.microsoft.com/office/drawing/2014/main" id="{6E209763-910D-4E40-A0D7-A24971EF704B}"/>
              </a:ext>
            </a:extLst>
          </p:cNvPr>
          <p:cNvSpPr>
            <a:spLocks xmlns:a="http://schemas.openxmlformats.org/drawingml/2006/main" noGrp="1"/>
          </p:cNvSpPr>
          <p:nvPr/>
        </p:nvSpPr>
        <p:spPr>
          <a:xfrm xmlns:a="http://schemas.openxmlformats.org/drawingml/2006/main">
            <a:off x="1047750" y="8743950"/>
            <a:ext cx="1609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7154D"/>
                </a:solidFill>
                <a:latin typeface="Rubik"/>
                <a:ea typeface="Rubik"/>
                <a:cs typeface="Rubik"/>
              </a:defRPr>
            </a:defPPr>
          </a:lstStyle>
          <a:p xmlns:a="http://schemas.openxmlformats.org/drawingml/2006/main">
            <a:pPr>
              <a:defRPr sz="2325" b="1">
                <a:solidFill>
                  <a:srgbClr val="07154D"/>
                </a:solidFill>
                <a:latin typeface="Rubik"/>
                <a:ea typeface="Rubik"/>
                <a:cs typeface="Rubik"/>
              </a:defRPr>
            </a:pPr>
            <a:r>
              <a:rPr sz="2325" b="1">
                <a:solidFill>
                  <a:srgbClr val="07154D"/>
                </a:solidFill>
                <a:latin typeface="Rubik"/>
                <a:ea typeface="Rubik"/>
                <a:cs typeface="Rubik"/>
              </a:rPr>
              <a:t>PCA included AbsentHours, so outcome information entered the components. The higher R² is target leakage and does not prove better prediction.</a:t>
            </a:r>
          </a:p>
        </p:txBody>
      </p:sp>
      <p:sp>
        <p:nvSpPr>
          <p:cNvPr id="16" name="">
            <a:extLst xmlns:a="http://schemas.openxmlformats.org/drawingml/2006/main">
              <a:ext uri="{FF2B5EF4-FFF2-40B4-BE49-F238E27FC236}">
                <a16:creationId xmlns:a16="http://schemas.microsoft.com/office/drawing/2014/main" id="{95689F88-6F0B-4140-B759-B292302059B4}"/>
              </a:ext>
            </a:extLst>
          </p:cNvPr>
          <p:cNvSpPr>
            <a:spLocks xmlns:a="http://schemas.openxmlformats.org/drawingml/2006/main" noGrp="1"/>
          </p:cNvSpPr>
          <p:nvPr/>
        </p:nvSpPr>
        <p:spPr>
          <a:xfrm xmlns:a="http://schemas.openxmlformats.org/drawingml/2006/main">
            <a:off x="17049750" y="9382125"/>
            <a:ext cx="628650" cy="628650"/>
          </a:xfrm>
          <a:prstGeom xmlns:a="http://schemas.openxmlformats.org/drawingml/2006/main" prst="ellipse">
            <a:avLst/>
          </a:prstGeom>
          <a:solidFill xmlns:a="http://schemas.openxmlformats.org/drawingml/2006/main">
            <a:srgbClr val="07154D"/>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5CE9972-6D35-4DFB-AD20-E909C9A0AE05}"/>
              </a:ext>
            </a:extLst>
          </p:cNvPr>
          <p:cNvSpPr>
            <a:spLocks xmlns:a="http://schemas.openxmlformats.org/drawingml/2006/main" noGrp="1"/>
          </p:cNvSpPr>
          <p:nvPr/>
        </p:nvSpPr>
        <p:spPr>
          <a:xfrm xmlns:a="http://schemas.openxmlformats.org/drawingml/2006/main">
            <a:off x="17049750" y="9467850"/>
            <a:ext cx="628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950" b="1">
                <a:solidFill>
                  <a:srgbClr val="FFFFFF"/>
                </a:solidFill>
                <a:latin typeface="Rubik"/>
                <a:ea typeface="Rubik"/>
                <a:cs typeface="Rubik"/>
              </a:defRPr>
            </a:defPPr>
          </a:lstStyle>
          <a:p xmlns:a="http://schemas.openxmlformats.org/drawingml/2006/main">
            <a:pPr algn="ctr">
              <a:defRPr sz="1950" b="1">
                <a:solidFill>
                  <a:srgbClr val="FFFFFF"/>
                </a:solidFill>
                <a:latin typeface="Rubik"/>
                <a:ea typeface="Rubik"/>
                <a:cs typeface="Rubik"/>
              </a:defRPr>
            </a:pPr>
            <a:r>
              <a:rPr sz="1950" b="1">
                <a:solidFill>
                  <a:srgbClr val="FFFFFF"/>
                </a:solidFill>
                <a:latin typeface="Rubik"/>
                <a:ea typeface="Rubik"/>
                <a:cs typeface="Rubik"/>
              </a:rPr>
              <a:t>11</a:t>
            </a:r>
          </a:p>
        </p:txBody>
      </p:sp>
    </p:spTree>
    <p:extLst>
      <p:ext uri="{BB962C8B-B14F-4D97-AF65-F5344CB8AC3E}">
        <p14:creationId xmlns:p14="http://schemas.microsoft.com/office/powerpoint/2010/main" val="72238135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DB012B46-0C27-45A8-A68B-F63C7171D2DE}"/>
              </a:ext>
            </a:extLst>
          </p:cNvPr>
          <p:cNvPicPr>
            <a:picLocks xmlns:a="http://schemas.openxmlformats.org/drawingml/2006/main" noChangeAspect="1"/>
          </p:cNvPicPr>
          <p:nvPr/>
        </p:nvPicPr>
        <p:blipFill>
          <a:blip xmlns:r="http://schemas.openxmlformats.org/officeDocument/2006/relationships" xmlns:a="http://schemas.openxmlformats.org/drawingml/2006/main" r:embed="Rc9622e77255943a9"/>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1363405-8907-47A5-B0ED-E6B88BD65CFD}"/>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FFFFFF"/>
              </a:gs>
              <a:gs pos="74000">
                <a:srgbClr val="FFFFFF">
                  <a:alpha val="94000"/>
                </a:srgbClr>
              </a:gs>
              <a:gs pos="91000">
                <a:srgbClr val="FFFFFF">
                  <a:alpha val="0"/>
                </a:srgbClr>
              </a:gs>
              <a:gs pos="100000">
                <a:srgbClr val="FFFFFF">
                  <a:alpha val="0"/>
                </a:srgbClr>
              </a:gs>
            </a:gsLst>
            <a:lin ang="0"/>
          </a:gra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C1CD2AF-CB8F-4D19-8C91-6DED60B6DA5A}"/>
              </a:ext>
            </a:extLst>
          </p:cNvPr>
          <p:cNvSpPr>
            <a:spLocks xmlns:a="http://schemas.openxmlformats.org/drawingml/2006/main" noGrp="1"/>
          </p:cNvSpPr>
          <p:nvPr/>
        </p:nvSpPr>
        <p:spPr>
          <a:xfrm xmlns:a="http://schemas.openxmlformats.org/drawingml/2006/main">
            <a:off x="1000125" y="619125"/>
            <a:ext cx="16192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0">
                <a:solidFill>
                  <a:srgbClr val="07154D"/>
                </a:solidFill>
                <a:latin typeface="Anton"/>
                <a:ea typeface="Anton"/>
                <a:cs typeface="Anton"/>
              </a:defRPr>
            </a:defPPr>
          </a:lstStyle>
          <a:p xmlns:a="http://schemas.openxmlformats.org/drawingml/2006/main">
            <a:pPr>
              <a:defRPr sz="5700" b="0">
                <a:solidFill>
                  <a:srgbClr val="07154D"/>
                </a:solidFill>
                <a:latin typeface="Anton"/>
                <a:ea typeface="Anton"/>
                <a:cs typeface="Anton"/>
              </a:defRPr>
            </a:pPr>
            <a:r>
              <a:rPr sz="5700" b="0">
                <a:solidFill>
                  <a:srgbClr val="07154D"/>
                </a:solidFill>
                <a:latin typeface="Anton"/>
                <a:ea typeface="Anton"/>
                <a:cs typeface="Anton"/>
              </a:rPr>
              <a:t>BAYESIAN STATISTICAL</a:t>
            </a:r>
          </a:p>
          <a:p xmlns:a="http://schemas.openxmlformats.org/drawingml/2006/main">
            <a:pPr>
              <a:defRPr sz="5700" b="0">
                <a:solidFill>
                  <a:srgbClr val="07154D"/>
                </a:solidFill>
                <a:latin typeface="Anton"/>
                <a:ea typeface="Anton"/>
                <a:cs typeface="Anton"/>
              </a:defRPr>
            </a:pPr>
            <a:r>
              <a:rPr sz="5700" b="0">
                <a:solidFill>
                  <a:srgbClr val="07154D"/>
                </a:solidFill>
                <a:latin typeface="Anton"/>
                <a:ea typeface="Anton"/>
                <a:cs typeface="Anton"/>
              </a:rPr>
              <a:t>METHODS</a:t>
            </a:r>
          </a:p>
        </p:txBody>
      </p:sp>
      <p:sp>
        <p:nvSpPr>
          <p:cNvPr id="4" name="">
            <a:extLst xmlns:a="http://schemas.openxmlformats.org/drawingml/2006/main">
              <a:ext uri="{FF2B5EF4-FFF2-40B4-BE49-F238E27FC236}">
                <a16:creationId xmlns:a16="http://schemas.microsoft.com/office/drawing/2014/main" id="{AB58D2FC-057C-4F76-AE99-A47787E41139}"/>
              </a:ext>
            </a:extLst>
          </p:cNvPr>
          <p:cNvSpPr>
            <a:spLocks xmlns:a="http://schemas.openxmlformats.org/drawingml/2006/main" noGrp="1"/>
          </p:cNvSpPr>
          <p:nvPr/>
        </p:nvSpPr>
        <p:spPr>
          <a:xfrm xmlns:a="http://schemas.openxmlformats.org/drawingml/2006/main">
            <a:off x="1047750" y="3019425"/>
            <a:ext cx="95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0">
                <a:solidFill>
                  <a:srgbClr val="0065FF"/>
                </a:solidFill>
                <a:latin typeface="Anton"/>
                <a:ea typeface="Anton"/>
                <a:cs typeface="Anton"/>
              </a:defRPr>
            </a:defPPr>
          </a:lstStyle>
          <a:p xmlns:a="http://schemas.openxmlformats.org/drawingml/2006/main">
            <a:pPr>
              <a:defRPr sz="4800" b="0">
                <a:solidFill>
                  <a:srgbClr val="0065FF"/>
                </a:solidFill>
                <a:latin typeface="Anton"/>
                <a:ea typeface="Anton"/>
                <a:cs typeface="Anton"/>
              </a:defRPr>
            </a:pPr>
            <a:r>
              <a:rPr sz="4800" b="0">
                <a:solidFill>
                  <a:srgbClr val="0065FF"/>
                </a:solidFill>
                <a:latin typeface="Anton"/>
                <a:ea typeface="Anton"/>
                <a:cs typeface="Anton"/>
              </a:rPr>
              <a:t>01</a:t>
            </a:r>
          </a:p>
        </p:txBody>
      </p:sp>
      <p:sp>
        <p:nvSpPr>
          <p:cNvPr id="5" name="">
            <a:extLst xmlns:a="http://schemas.openxmlformats.org/drawingml/2006/main">
              <a:ext uri="{FF2B5EF4-FFF2-40B4-BE49-F238E27FC236}">
                <a16:creationId xmlns:a16="http://schemas.microsoft.com/office/drawing/2014/main" id="{E91F7A01-3388-4C8E-AD9A-A21A3235A1C7}"/>
              </a:ext>
            </a:extLst>
          </p:cNvPr>
          <p:cNvSpPr>
            <a:spLocks xmlns:a="http://schemas.openxmlformats.org/drawingml/2006/main" noGrp="1"/>
          </p:cNvSpPr>
          <p:nvPr/>
        </p:nvSpPr>
        <p:spPr>
          <a:xfrm xmlns:a="http://schemas.openxmlformats.org/drawingml/2006/main">
            <a:off x="2095500" y="3152775"/>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07154D"/>
                </a:solidFill>
                <a:latin typeface="Rubik"/>
                <a:ea typeface="Rubik"/>
                <a:cs typeface="Rubik"/>
              </a:defRPr>
            </a:defPPr>
          </a:lstStyle>
          <a:p xmlns:a="http://schemas.openxmlformats.org/drawingml/2006/main">
            <a:pPr>
              <a:defRPr sz="2475" b="1">
                <a:solidFill>
                  <a:srgbClr val="07154D"/>
                </a:solidFill>
                <a:latin typeface="Rubik"/>
                <a:ea typeface="Rubik"/>
                <a:cs typeface="Rubik"/>
              </a:defRPr>
            </a:pPr>
            <a:r>
              <a:rPr sz="2475" b="1">
                <a:solidFill>
                  <a:srgbClr val="07154D"/>
                </a:solidFill>
                <a:latin typeface="Rubik"/>
                <a:ea typeface="Rubik"/>
                <a:cs typeface="Rubik"/>
              </a:rPr>
              <a:t>STATUS</a:t>
            </a:r>
          </a:p>
        </p:txBody>
      </p:sp>
      <p:sp>
        <p:nvSpPr>
          <p:cNvPr id="6" name="">
            <a:extLst xmlns:a="http://schemas.openxmlformats.org/drawingml/2006/main">
              <a:ext uri="{FF2B5EF4-FFF2-40B4-BE49-F238E27FC236}">
                <a16:creationId xmlns:a16="http://schemas.microsoft.com/office/drawing/2014/main" id="{E1DDFD05-BD98-4863-9B44-7581713BBAB7}"/>
              </a:ext>
            </a:extLst>
          </p:cNvPr>
          <p:cNvSpPr>
            <a:spLocks xmlns:a="http://schemas.openxmlformats.org/drawingml/2006/main" noGrp="1"/>
          </p:cNvSpPr>
          <p:nvPr/>
        </p:nvSpPr>
        <p:spPr>
          <a:xfrm xmlns:a="http://schemas.openxmlformats.org/drawingml/2006/main">
            <a:off x="1047750" y="4095750"/>
            <a:ext cx="59055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3B506C"/>
                </a:solidFill>
                <a:latin typeface="Rubik"/>
                <a:ea typeface="Rubik"/>
                <a:cs typeface="Rubik"/>
              </a:defRPr>
            </a:defPPr>
          </a:lstStyle>
          <a:p xmlns:a="http://schemas.openxmlformats.org/drawingml/2006/main">
            <a:pPr>
              <a:defRPr sz="2175" b="0">
                <a:solidFill>
                  <a:srgbClr val="3B506C"/>
                </a:solidFill>
                <a:latin typeface="Rubik"/>
                <a:ea typeface="Rubik"/>
                <a:cs typeface="Rubik"/>
              </a:defRPr>
            </a:pPr>
            <a:r>
              <a:rPr sz="2175" b="0">
                <a:solidFill>
                  <a:srgbClr val="3B506C"/>
                </a:solidFill>
                <a:latin typeface="Rubik"/>
                <a:ea typeface="Rubik"/>
                <a:cs typeface="Rubik"/>
              </a:rPr>
              <a:t>Bayesian methods were evaluated conceptually, but no Bayesian model was fitted. The current outputs contain no posterior estimates or credible intervals.</a:t>
            </a:r>
          </a:p>
        </p:txBody>
      </p:sp>
      <p:sp>
        <p:nvSpPr>
          <p:cNvPr id="7" name="">
            <a:extLst xmlns:a="http://schemas.openxmlformats.org/drawingml/2006/main">
              <a:ext uri="{FF2B5EF4-FFF2-40B4-BE49-F238E27FC236}">
                <a16:creationId xmlns:a16="http://schemas.microsoft.com/office/drawing/2014/main" id="{3ABD5532-93CB-4335-B9E0-33A7C0661AF7}"/>
              </a:ext>
            </a:extLst>
          </p:cNvPr>
          <p:cNvSpPr>
            <a:spLocks xmlns:a="http://schemas.openxmlformats.org/drawingml/2006/main" noGrp="1"/>
          </p:cNvSpPr>
          <p:nvPr/>
        </p:nvSpPr>
        <p:spPr>
          <a:xfrm xmlns:a="http://schemas.openxmlformats.org/drawingml/2006/main">
            <a:off x="7810500" y="3019425"/>
            <a:ext cx="95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0">
                <a:solidFill>
                  <a:srgbClr val="0065FF"/>
                </a:solidFill>
                <a:latin typeface="Anton"/>
                <a:ea typeface="Anton"/>
                <a:cs typeface="Anton"/>
              </a:defRPr>
            </a:defPPr>
          </a:lstStyle>
          <a:p xmlns:a="http://schemas.openxmlformats.org/drawingml/2006/main">
            <a:pPr>
              <a:defRPr sz="4800" b="0">
                <a:solidFill>
                  <a:srgbClr val="0065FF"/>
                </a:solidFill>
                <a:latin typeface="Anton"/>
                <a:ea typeface="Anton"/>
                <a:cs typeface="Anton"/>
              </a:defRPr>
            </a:pPr>
            <a:r>
              <a:rPr sz="4800" b="0">
                <a:solidFill>
                  <a:srgbClr val="0065FF"/>
                </a:solidFill>
                <a:latin typeface="Anton"/>
                <a:ea typeface="Anton"/>
                <a:cs typeface="Anton"/>
              </a:rPr>
              <a:t>02</a:t>
            </a:r>
          </a:p>
        </p:txBody>
      </p:sp>
      <p:sp>
        <p:nvSpPr>
          <p:cNvPr id="8" name="">
            <a:extLst xmlns:a="http://schemas.openxmlformats.org/drawingml/2006/main">
              <a:ext uri="{FF2B5EF4-FFF2-40B4-BE49-F238E27FC236}">
                <a16:creationId xmlns:a16="http://schemas.microsoft.com/office/drawing/2014/main" id="{96BD06AF-2FEC-453D-B1F3-960BD1E993BC}"/>
              </a:ext>
            </a:extLst>
          </p:cNvPr>
          <p:cNvSpPr>
            <a:spLocks xmlns:a="http://schemas.openxmlformats.org/drawingml/2006/main" noGrp="1"/>
          </p:cNvSpPr>
          <p:nvPr/>
        </p:nvSpPr>
        <p:spPr>
          <a:xfrm xmlns:a="http://schemas.openxmlformats.org/drawingml/2006/main">
            <a:off x="8858250" y="3152775"/>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07154D"/>
                </a:solidFill>
                <a:latin typeface="Rubik"/>
                <a:ea typeface="Rubik"/>
                <a:cs typeface="Rubik"/>
              </a:defRPr>
            </a:defPPr>
          </a:lstStyle>
          <a:p xmlns:a="http://schemas.openxmlformats.org/drawingml/2006/main">
            <a:pPr>
              <a:defRPr sz="2475" b="1">
                <a:solidFill>
                  <a:srgbClr val="07154D"/>
                </a:solidFill>
                <a:latin typeface="Rubik"/>
                <a:ea typeface="Rubik"/>
                <a:cs typeface="Rubik"/>
              </a:defRPr>
            </a:pPr>
            <a:r>
              <a:rPr sz="2475" b="1">
                <a:solidFill>
                  <a:srgbClr val="07154D"/>
                </a:solidFill>
                <a:latin typeface="Rubik"/>
                <a:ea typeface="Rubik"/>
                <a:cs typeface="Rubik"/>
              </a:rPr>
              <a:t>SUITABLE EXTENSION</a:t>
            </a:r>
          </a:p>
        </p:txBody>
      </p:sp>
      <p:sp>
        <p:nvSpPr>
          <p:cNvPr id="9" name="">
            <a:extLst xmlns:a="http://schemas.openxmlformats.org/drawingml/2006/main">
              <a:ext uri="{FF2B5EF4-FFF2-40B4-BE49-F238E27FC236}">
                <a16:creationId xmlns:a16="http://schemas.microsoft.com/office/drawing/2014/main" id="{7FEE2B27-7BB5-4AD8-83D3-B0B0A7CDA329}"/>
              </a:ext>
            </a:extLst>
          </p:cNvPr>
          <p:cNvSpPr>
            <a:spLocks xmlns:a="http://schemas.openxmlformats.org/drawingml/2006/main" noGrp="1"/>
          </p:cNvSpPr>
          <p:nvPr/>
        </p:nvSpPr>
        <p:spPr>
          <a:xfrm xmlns:a="http://schemas.openxmlformats.org/drawingml/2006/main">
            <a:off x="7810500" y="4095750"/>
            <a:ext cx="59055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3B506C"/>
                </a:solidFill>
                <a:latin typeface="Rubik"/>
                <a:ea typeface="Rubik"/>
                <a:cs typeface="Rubik"/>
              </a:defRPr>
            </a:defPPr>
          </a:lstStyle>
          <a:p xmlns:a="http://schemas.openxmlformats.org/drawingml/2006/main">
            <a:pPr>
              <a:defRPr sz="2175" b="0">
                <a:solidFill>
                  <a:srgbClr val="3B506C"/>
                </a:solidFill>
                <a:latin typeface="Rubik"/>
                <a:ea typeface="Rubik"/>
                <a:cs typeface="Rubik"/>
              </a:defRPr>
            </a:pPr>
            <a:r>
              <a:rPr sz="2175" b="0">
                <a:solidFill>
                  <a:srgbClr val="3B506C"/>
                </a:solidFill>
                <a:latin typeface="Rubik"/>
                <a:ea typeface="Rubik"/>
                <a:cs typeface="Rubik"/>
              </a:rPr>
              <a:t>A hierarchical Bayesian regression can model AbsentHours with partial pooling across departments, divisions, or locations. Weakly informative priors can stabilise small groups.</a:t>
            </a:r>
          </a:p>
        </p:txBody>
      </p:sp>
      <p:sp>
        <p:nvSpPr>
          <p:cNvPr id="10" name="">
            <a:extLst xmlns:a="http://schemas.openxmlformats.org/drawingml/2006/main">
              <a:ext uri="{FF2B5EF4-FFF2-40B4-BE49-F238E27FC236}">
                <a16:creationId xmlns:a16="http://schemas.microsoft.com/office/drawing/2014/main" id="{08DE8DDD-AF8B-4E2F-A20D-01944B5969C6}"/>
              </a:ext>
            </a:extLst>
          </p:cNvPr>
          <p:cNvSpPr>
            <a:spLocks xmlns:a="http://schemas.openxmlformats.org/drawingml/2006/main" noGrp="1"/>
          </p:cNvSpPr>
          <p:nvPr/>
        </p:nvSpPr>
        <p:spPr>
          <a:xfrm xmlns:a="http://schemas.openxmlformats.org/drawingml/2006/main">
            <a:off x="1047750" y="6305550"/>
            <a:ext cx="95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0">
                <a:solidFill>
                  <a:srgbClr val="0065FF"/>
                </a:solidFill>
                <a:latin typeface="Anton"/>
                <a:ea typeface="Anton"/>
                <a:cs typeface="Anton"/>
              </a:defRPr>
            </a:defPPr>
          </a:lstStyle>
          <a:p xmlns:a="http://schemas.openxmlformats.org/drawingml/2006/main">
            <a:pPr>
              <a:defRPr sz="4800" b="0">
                <a:solidFill>
                  <a:srgbClr val="0065FF"/>
                </a:solidFill>
                <a:latin typeface="Anton"/>
                <a:ea typeface="Anton"/>
                <a:cs typeface="Anton"/>
              </a:defRPr>
            </a:pPr>
            <a:r>
              <a:rPr sz="4800" b="0">
                <a:solidFill>
                  <a:srgbClr val="0065FF"/>
                </a:solidFill>
                <a:latin typeface="Anton"/>
                <a:ea typeface="Anton"/>
                <a:cs typeface="Anton"/>
              </a:rPr>
              <a:t>03</a:t>
            </a:r>
          </a:p>
        </p:txBody>
      </p:sp>
      <p:sp>
        <p:nvSpPr>
          <p:cNvPr id="11" name="">
            <a:extLst xmlns:a="http://schemas.openxmlformats.org/drawingml/2006/main">
              <a:ext uri="{FF2B5EF4-FFF2-40B4-BE49-F238E27FC236}">
                <a16:creationId xmlns:a16="http://schemas.microsoft.com/office/drawing/2014/main" id="{A2622372-6DB7-47E1-9359-2FA346D97346}"/>
              </a:ext>
            </a:extLst>
          </p:cNvPr>
          <p:cNvSpPr>
            <a:spLocks xmlns:a="http://schemas.openxmlformats.org/drawingml/2006/main" noGrp="1"/>
          </p:cNvSpPr>
          <p:nvPr/>
        </p:nvSpPr>
        <p:spPr>
          <a:xfrm xmlns:a="http://schemas.openxmlformats.org/drawingml/2006/main">
            <a:off x="2095500" y="64389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07154D"/>
                </a:solidFill>
                <a:latin typeface="Rubik"/>
                <a:ea typeface="Rubik"/>
                <a:cs typeface="Rubik"/>
              </a:defRPr>
            </a:defPPr>
          </a:lstStyle>
          <a:p xmlns:a="http://schemas.openxmlformats.org/drawingml/2006/main">
            <a:pPr>
              <a:defRPr sz="2475" b="1">
                <a:solidFill>
                  <a:srgbClr val="07154D"/>
                </a:solidFill>
                <a:latin typeface="Rubik"/>
                <a:ea typeface="Rubik"/>
                <a:cs typeface="Rubik"/>
              </a:defRPr>
            </a:pPr>
            <a:r>
              <a:rPr sz="2475" b="1">
                <a:solidFill>
                  <a:srgbClr val="07154D"/>
                </a:solidFill>
                <a:latin typeface="Rubik"/>
                <a:ea typeface="Rubik"/>
                <a:cs typeface="Rubik"/>
              </a:rPr>
              <a:t>DECISION VALUE</a:t>
            </a:r>
          </a:p>
        </p:txBody>
      </p:sp>
      <p:sp>
        <p:nvSpPr>
          <p:cNvPr id="12" name="">
            <a:extLst xmlns:a="http://schemas.openxmlformats.org/drawingml/2006/main">
              <a:ext uri="{FF2B5EF4-FFF2-40B4-BE49-F238E27FC236}">
                <a16:creationId xmlns:a16="http://schemas.microsoft.com/office/drawing/2014/main" id="{B159D758-DF8F-446C-AB04-2EA36EF21E18}"/>
              </a:ext>
            </a:extLst>
          </p:cNvPr>
          <p:cNvSpPr>
            <a:spLocks xmlns:a="http://schemas.openxmlformats.org/drawingml/2006/main" noGrp="1"/>
          </p:cNvSpPr>
          <p:nvPr/>
        </p:nvSpPr>
        <p:spPr>
          <a:xfrm xmlns:a="http://schemas.openxmlformats.org/drawingml/2006/main">
            <a:off x="1047750" y="7381875"/>
            <a:ext cx="59055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3B506C"/>
                </a:solidFill>
                <a:latin typeface="Rubik"/>
                <a:ea typeface="Rubik"/>
                <a:cs typeface="Rubik"/>
              </a:defRPr>
            </a:defPPr>
          </a:lstStyle>
          <a:p xmlns:a="http://schemas.openxmlformats.org/drawingml/2006/main">
            <a:pPr>
              <a:defRPr sz="2175" b="0">
                <a:solidFill>
                  <a:srgbClr val="3B506C"/>
                </a:solidFill>
                <a:latin typeface="Rubik"/>
                <a:ea typeface="Rubik"/>
                <a:cs typeface="Rubik"/>
              </a:defRPr>
            </a:pPr>
            <a:r>
              <a:rPr sz="2175" b="0">
                <a:solidFill>
                  <a:srgbClr val="3B506C"/>
                </a:solidFill>
                <a:latin typeface="Rubik"/>
                <a:ea typeface="Rubik"/>
                <a:cs typeface="Rubik"/>
              </a:rPr>
              <a:t>Posterior distributions answer practical probability questions, such as the chance that a group effect exceeds a meaningful threshold. Posterior predictive checks evaluate model fit.</a:t>
            </a:r>
          </a:p>
        </p:txBody>
      </p:sp>
      <p:sp>
        <p:nvSpPr>
          <p:cNvPr id="13" name="">
            <a:extLst xmlns:a="http://schemas.openxmlformats.org/drawingml/2006/main">
              <a:ext uri="{FF2B5EF4-FFF2-40B4-BE49-F238E27FC236}">
                <a16:creationId xmlns:a16="http://schemas.microsoft.com/office/drawing/2014/main" id="{3F0A2928-DF7D-42F0-866B-3EE40F84559E}"/>
              </a:ext>
            </a:extLst>
          </p:cNvPr>
          <p:cNvSpPr>
            <a:spLocks xmlns:a="http://schemas.openxmlformats.org/drawingml/2006/main" noGrp="1"/>
          </p:cNvSpPr>
          <p:nvPr/>
        </p:nvSpPr>
        <p:spPr>
          <a:xfrm xmlns:a="http://schemas.openxmlformats.org/drawingml/2006/main">
            <a:off x="7810500" y="6305550"/>
            <a:ext cx="95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0">
                <a:solidFill>
                  <a:srgbClr val="0065FF"/>
                </a:solidFill>
                <a:latin typeface="Anton"/>
                <a:ea typeface="Anton"/>
                <a:cs typeface="Anton"/>
              </a:defRPr>
            </a:defPPr>
          </a:lstStyle>
          <a:p xmlns:a="http://schemas.openxmlformats.org/drawingml/2006/main">
            <a:pPr>
              <a:defRPr sz="4800" b="0">
                <a:solidFill>
                  <a:srgbClr val="0065FF"/>
                </a:solidFill>
                <a:latin typeface="Anton"/>
                <a:ea typeface="Anton"/>
                <a:cs typeface="Anton"/>
              </a:defRPr>
            </a:pPr>
            <a:r>
              <a:rPr sz="4800" b="0">
                <a:solidFill>
                  <a:srgbClr val="0065FF"/>
                </a:solidFill>
                <a:latin typeface="Anton"/>
                <a:ea typeface="Anton"/>
                <a:cs typeface="Anton"/>
              </a:rPr>
              <a:t>04</a:t>
            </a:r>
          </a:p>
        </p:txBody>
      </p:sp>
      <p:sp>
        <p:nvSpPr>
          <p:cNvPr id="14" name="">
            <a:extLst xmlns:a="http://schemas.openxmlformats.org/drawingml/2006/main">
              <a:ext uri="{FF2B5EF4-FFF2-40B4-BE49-F238E27FC236}">
                <a16:creationId xmlns:a16="http://schemas.microsoft.com/office/drawing/2014/main" id="{1997B66C-F40E-4733-995B-2236960A4FB3}"/>
              </a:ext>
            </a:extLst>
          </p:cNvPr>
          <p:cNvSpPr>
            <a:spLocks xmlns:a="http://schemas.openxmlformats.org/drawingml/2006/main" noGrp="1"/>
          </p:cNvSpPr>
          <p:nvPr/>
        </p:nvSpPr>
        <p:spPr>
          <a:xfrm xmlns:a="http://schemas.openxmlformats.org/drawingml/2006/main">
            <a:off x="8858250" y="64389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07154D"/>
                </a:solidFill>
                <a:latin typeface="Rubik"/>
                <a:ea typeface="Rubik"/>
                <a:cs typeface="Rubik"/>
              </a:defRPr>
            </a:defPPr>
          </a:lstStyle>
          <a:p xmlns:a="http://schemas.openxmlformats.org/drawingml/2006/main">
            <a:pPr>
              <a:defRPr sz="2475" b="1">
                <a:solidFill>
                  <a:srgbClr val="07154D"/>
                </a:solidFill>
                <a:latin typeface="Rubik"/>
                <a:ea typeface="Rubik"/>
                <a:cs typeface="Rubik"/>
              </a:defRPr>
            </a:pPr>
            <a:r>
              <a:rPr sz="2475" b="1">
                <a:solidFill>
                  <a:srgbClr val="07154D"/>
                </a:solidFill>
                <a:latin typeface="Rubik"/>
                <a:ea typeface="Rubik"/>
                <a:cs typeface="Rubik"/>
              </a:rPr>
              <a:t>REQUIRED REPORTING</a:t>
            </a:r>
          </a:p>
        </p:txBody>
      </p:sp>
      <p:sp>
        <p:nvSpPr>
          <p:cNvPr id="15" name="">
            <a:extLst xmlns:a="http://schemas.openxmlformats.org/drawingml/2006/main">
              <a:ext uri="{FF2B5EF4-FFF2-40B4-BE49-F238E27FC236}">
                <a16:creationId xmlns:a16="http://schemas.microsoft.com/office/drawing/2014/main" id="{E8E3AF62-23DC-4A56-BA10-91F379BE13D4}"/>
              </a:ext>
            </a:extLst>
          </p:cNvPr>
          <p:cNvSpPr>
            <a:spLocks xmlns:a="http://schemas.openxmlformats.org/drawingml/2006/main" noGrp="1"/>
          </p:cNvSpPr>
          <p:nvPr/>
        </p:nvSpPr>
        <p:spPr>
          <a:xfrm xmlns:a="http://schemas.openxmlformats.org/drawingml/2006/main">
            <a:off x="7810500" y="7381875"/>
            <a:ext cx="59055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3B506C"/>
                </a:solidFill>
                <a:latin typeface="Rubik"/>
                <a:ea typeface="Rubik"/>
                <a:cs typeface="Rubik"/>
              </a:defRPr>
            </a:defPPr>
          </a:lstStyle>
          <a:p xmlns:a="http://schemas.openxmlformats.org/drawingml/2006/main">
            <a:pPr>
              <a:defRPr sz="2175" b="0">
                <a:solidFill>
                  <a:srgbClr val="3B506C"/>
                </a:solidFill>
                <a:latin typeface="Rubik"/>
                <a:ea typeface="Rubik"/>
                <a:cs typeface="Rubik"/>
              </a:defRPr>
            </a:pPr>
            <a:r>
              <a:rPr sz="2175" b="0">
                <a:solidFill>
                  <a:srgbClr val="3B506C"/>
                </a:solidFill>
                <a:latin typeface="Rubik"/>
                <a:ea typeface="Rubik"/>
                <a:cs typeface="Rubik"/>
              </a:rPr>
              <a:t>Report priors, posterior means or medians, 95% credible intervals, convergence diagnostics, sensitivity to priors, and posterior predictive checks. Maintain the same privacy and fairness safeguards.</a:t>
            </a:r>
          </a:p>
        </p:txBody>
      </p:sp>
      <p:sp>
        <p:nvSpPr>
          <p:cNvPr id="16" name="">
            <a:extLst xmlns:a="http://schemas.openxmlformats.org/drawingml/2006/main">
              <a:ext uri="{FF2B5EF4-FFF2-40B4-BE49-F238E27FC236}">
                <a16:creationId xmlns:a16="http://schemas.microsoft.com/office/drawing/2014/main" id="{53BE60C0-83B7-4698-BCFB-FBF73B7AB2B3}"/>
              </a:ext>
            </a:extLst>
          </p:cNvPr>
          <p:cNvSpPr>
            <a:spLocks xmlns:a="http://schemas.openxmlformats.org/drawingml/2006/main" noGrp="1"/>
          </p:cNvSpPr>
          <p:nvPr/>
        </p:nvSpPr>
        <p:spPr>
          <a:xfrm xmlns:a="http://schemas.openxmlformats.org/drawingml/2006/main">
            <a:off x="17049750" y="9382125"/>
            <a:ext cx="628650" cy="628650"/>
          </a:xfrm>
          <a:prstGeom xmlns:a="http://schemas.openxmlformats.org/drawingml/2006/main" prst="ellipse">
            <a:avLst/>
          </a:prstGeom>
          <a:solidFill xmlns:a="http://schemas.openxmlformats.org/drawingml/2006/main">
            <a:srgbClr val="07154D"/>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C273760-BDD9-4614-A3B2-30051E012C21}"/>
              </a:ext>
            </a:extLst>
          </p:cNvPr>
          <p:cNvSpPr>
            <a:spLocks xmlns:a="http://schemas.openxmlformats.org/drawingml/2006/main" noGrp="1"/>
          </p:cNvSpPr>
          <p:nvPr/>
        </p:nvSpPr>
        <p:spPr>
          <a:xfrm xmlns:a="http://schemas.openxmlformats.org/drawingml/2006/main">
            <a:off x="17049750" y="9467850"/>
            <a:ext cx="628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950" b="1">
                <a:solidFill>
                  <a:srgbClr val="FFFFFF"/>
                </a:solidFill>
                <a:latin typeface="Rubik"/>
                <a:ea typeface="Rubik"/>
                <a:cs typeface="Rubik"/>
              </a:defRPr>
            </a:defPPr>
          </a:lstStyle>
          <a:p xmlns:a="http://schemas.openxmlformats.org/drawingml/2006/main">
            <a:pPr algn="ctr">
              <a:defRPr sz="1950" b="1">
                <a:solidFill>
                  <a:srgbClr val="FFFFFF"/>
                </a:solidFill>
                <a:latin typeface="Rubik"/>
                <a:ea typeface="Rubik"/>
                <a:cs typeface="Rubik"/>
              </a:defRPr>
            </a:pPr>
            <a:r>
              <a:rPr sz="1950" b="1">
                <a:solidFill>
                  <a:srgbClr val="FFFFFF"/>
                </a:solidFill>
                <a:latin typeface="Rubik"/>
                <a:ea typeface="Rubik"/>
                <a:cs typeface="Rubik"/>
              </a:rPr>
              <a:t>12</a:t>
            </a:r>
          </a:p>
        </p:txBody>
      </p:sp>
    </p:spTree>
    <p:extLst>
      <p:ext uri="{BB962C8B-B14F-4D97-AF65-F5344CB8AC3E}">
        <p14:creationId xmlns:p14="http://schemas.microsoft.com/office/powerpoint/2010/main" val="172354700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CF018ADF-4499-4C7B-9EDE-BF7EAE46B513}"/>
              </a:ext>
            </a:extLst>
          </p:cNvPr>
          <p:cNvPicPr>
            <a:picLocks xmlns:a="http://schemas.openxmlformats.org/drawingml/2006/main" noChangeAspect="1"/>
          </p:cNvPicPr>
          <p:nvPr/>
        </p:nvPicPr>
        <p:blipFill>
          <a:blip xmlns:r="http://schemas.openxmlformats.org/officeDocument/2006/relationships" xmlns:a="http://schemas.openxmlformats.org/drawingml/2006/main" r:embed="R73b514d848cf4c34"/>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92A0E70-2D82-4FE7-BF42-55EA61F5A9B7}"/>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FFFFFF"/>
              </a:gs>
              <a:gs pos="87000">
                <a:srgbClr val="FFFFFF">
                  <a:alpha val="96000"/>
                </a:srgbClr>
              </a:gs>
              <a:gs pos="100000">
                <a:srgbClr val="FFFFFF">
                  <a:alpha val="25000"/>
                </a:srgbClr>
              </a:gs>
            </a:gsLst>
            <a:lin ang="0"/>
          </a:gra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4552960-D4DA-4778-AF58-DB6461689554}"/>
              </a:ext>
            </a:extLst>
          </p:cNvPr>
          <p:cNvSpPr>
            <a:spLocks xmlns:a="http://schemas.openxmlformats.org/drawingml/2006/main" noGrp="1"/>
          </p:cNvSpPr>
          <p:nvPr/>
        </p:nvSpPr>
        <p:spPr>
          <a:xfrm xmlns:a="http://schemas.openxmlformats.org/drawingml/2006/main">
            <a:off x="1000125" y="619125"/>
            <a:ext cx="1619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450" b="0">
                <a:solidFill>
                  <a:srgbClr val="07154D"/>
                </a:solidFill>
                <a:latin typeface="Anton"/>
                <a:ea typeface="Anton"/>
                <a:cs typeface="Anton"/>
              </a:defRPr>
            </a:defPPr>
          </a:lstStyle>
          <a:p xmlns:a="http://schemas.openxmlformats.org/drawingml/2006/main">
            <a:pPr>
              <a:defRPr sz="6450" b="0">
                <a:solidFill>
                  <a:srgbClr val="07154D"/>
                </a:solidFill>
                <a:latin typeface="Anton"/>
                <a:ea typeface="Anton"/>
                <a:cs typeface="Anton"/>
              </a:defRPr>
            </a:pPr>
            <a:r>
              <a:rPr sz="6450" b="0">
                <a:solidFill>
                  <a:srgbClr val="07154D"/>
                </a:solidFill>
                <a:latin typeface="Anton"/>
                <a:ea typeface="Anton"/>
                <a:cs typeface="Anton"/>
              </a:rPr>
              <a:t>TIME SERIES EXTENSION</a:t>
            </a:r>
          </a:p>
        </p:txBody>
      </p:sp>
      <p:sp>
        <p:nvSpPr>
          <p:cNvPr id="4" name="">
            <a:extLst xmlns:a="http://schemas.openxmlformats.org/drawingml/2006/main">
              <a:ext uri="{FF2B5EF4-FFF2-40B4-BE49-F238E27FC236}">
                <a16:creationId xmlns:a16="http://schemas.microsoft.com/office/drawing/2014/main" id="{019B1DE6-D24F-4EF4-93A3-C238D8A7E799}"/>
              </a:ext>
            </a:extLst>
          </p:cNvPr>
          <p:cNvSpPr>
            <a:spLocks xmlns:a="http://schemas.openxmlformats.org/drawingml/2006/main" noGrp="1"/>
          </p:cNvSpPr>
          <p:nvPr/>
        </p:nvSpPr>
        <p:spPr>
          <a:xfrm xmlns:a="http://schemas.openxmlformats.org/drawingml/2006/main">
            <a:off x="1047750" y="2333625"/>
            <a:ext cx="1524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065FF"/>
                </a:solidFill>
                <a:latin typeface="Rubik"/>
                <a:ea typeface="Rubik"/>
                <a:cs typeface="Rubik"/>
              </a:defRPr>
            </a:defPPr>
          </a:lstStyle>
          <a:p xmlns:a="http://schemas.openxmlformats.org/drawingml/2006/main">
            <a:pPr>
              <a:defRPr sz="2550" b="1">
                <a:solidFill>
                  <a:srgbClr val="0065FF"/>
                </a:solidFill>
                <a:latin typeface="Rubik"/>
                <a:ea typeface="Rubik"/>
                <a:cs typeface="Rubik"/>
              </a:defRPr>
            </a:pPr>
            <a:r>
              <a:rPr sz="2550" b="1">
                <a:solidFill>
                  <a:srgbClr val="0065FF"/>
                </a:solidFill>
                <a:latin typeface="Rubik"/>
                <a:ea typeface="Rubik"/>
                <a:cs typeface="Rubik"/>
              </a:rPr>
              <a:t>CURRENT DATASET LIMIT</a:t>
            </a:r>
          </a:p>
        </p:txBody>
      </p:sp>
      <p:sp>
        <p:nvSpPr>
          <p:cNvPr id="5" name="">
            <a:extLst xmlns:a="http://schemas.openxmlformats.org/drawingml/2006/main">
              <a:ext uri="{FF2B5EF4-FFF2-40B4-BE49-F238E27FC236}">
                <a16:creationId xmlns:a16="http://schemas.microsoft.com/office/drawing/2014/main" id="{4AA5DE1C-9399-4B51-A9F0-0A592982DAB0}"/>
              </a:ext>
            </a:extLst>
          </p:cNvPr>
          <p:cNvSpPr>
            <a:spLocks xmlns:a="http://schemas.openxmlformats.org/drawingml/2006/main" noGrp="1"/>
          </p:cNvSpPr>
          <p:nvPr/>
        </p:nvSpPr>
        <p:spPr>
          <a:xfrm xmlns:a="http://schemas.openxmlformats.org/drawingml/2006/main">
            <a:off x="1047750" y="3095625"/>
            <a:ext cx="1609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0">
                <a:solidFill>
                  <a:srgbClr val="07154D"/>
                </a:solidFill>
                <a:latin typeface="Anton"/>
                <a:ea typeface="Anton"/>
                <a:cs typeface="Anton"/>
              </a:defRPr>
            </a:defPPr>
          </a:lstStyle>
          <a:p xmlns:a="http://schemas.openxmlformats.org/drawingml/2006/main">
            <a:pPr>
              <a:defRPr sz="4800" b="0">
                <a:solidFill>
                  <a:srgbClr val="07154D"/>
                </a:solidFill>
                <a:latin typeface="Anton"/>
                <a:ea typeface="Anton"/>
                <a:cs typeface="Anton"/>
              </a:defRPr>
            </a:pPr>
            <a:r>
              <a:rPr sz="4800" b="0">
                <a:solidFill>
                  <a:srgbClr val="07154D"/>
                </a:solidFill>
                <a:latin typeface="Anton"/>
                <a:ea typeface="Anton"/>
                <a:cs typeface="Anton"/>
              </a:rPr>
              <a:t>NO VALID DATE OR TIME FIELD</a:t>
            </a:r>
          </a:p>
        </p:txBody>
      </p:sp>
      <p:sp>
        <p:nvSpPr>
          <p:cNvPr id="6" name="">
            <a:extLst xmlns:a="http://schemas.openxmlformats.org/drawingml/2006/main">
              <a:ext uri="{FF2B5EF4-FFF2-40B4-BE49-F238E27FC236}">
                <a16:creationId xmlns:a16="http://schemas.microsoft.com/office/drawing/2014/main" id="{04C84AF0-4C3E-4292-934F-AA50313A731E}"/>
              </a:ext>
            </a:extLst>
          </p:cNvPr>
          <p:cNvSpPr>
            <a:spLocks xmlns:a="http://schemas.openxmlformats.org/drawingml/2006/main" noGrp="1"/>
          </p:cNvSpPr>
          <p:nvPr/>
        </p:nvSpPr>
        <p:spPr>
          <a:xfrm xmlns:a="http://schemas.openxmlformats.org/drawingml/2006/main">
            <a:off x="1047750" y="4191000"/>
            <a:ext cx="1581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3B506C"/>
                </a:solidFill>
                <a:latin typeface="Rubik"/>
                <a:ea typeface="Rubik"/>
                <a:cs typeface="Rubik"/>
              </a:defRPr>
            </a:defPPr>
          </a:lstStyle>
          <a:p xmlns:a="http://schemas.openxmlformats.org/drawingml/2006/main">
            <a:pPr>
              <a:defRPr sz="2400" b="0">
                <a:solidFill>
                  <a:srgbClr val="3B506C"/>
                </a:solidFill>
                <a:latin typeface="Rubik"/>
                <a:ea typeface="Rubik"/>
                <a:cs typeface="Rubik"/>
              </a:defRPr>
            </a:pPr>
            <a:r>
              <a:rPr sz="2400" b="0">
                <a:solidFill>
                  <a:srgbClr val="3B506C"/>
                </a:solidFill>
                <a:latin typeface="Rubik"/>
                <a:ea typeface="Rubik"/>
                <a:cs typeface="Rubik"/>
              </a:rPr>
              <a:t>The present data cannot support trend, seasonality, forecasting, or time-based intervention claims.</a:t>
            </a:r>
          </a:p>
        </p:txBody>
      </p:sp>
      <p:sp>
        <p:nvSpPr>
          <p:cNvPr id="7" name="">
            <a:extLst xmlns:a="http://schemas.openxmlformats.org/drawingml/2006/main">
              <a:ext uri="{FF2B5EF4-FFF2-40B4-BE49-F238E27FC236}">
                <a16:creationId xmlns:a16="http://schemas.microsoft.com/office/drawing/2014/main" id="{AAF3BBD5-B8EE-409D-8CDE-D01C05225CCC}"/>
              </a:ext>
            </a:extLst>
          </p:cNvPr>
          <p:cNvSpPr>
            <a:spLocks xmlns:a="http://schemas.openxmlformats.org/drawingml/2006/main" noGrp="1"/>
          </p:cNvSpPr>
          <p:nvPr/>
        </p:nvSpPr>
        <p:spPr>
          <a:xfrm xmlns:a="http://schemas.openxmlformats.org/drawingml/2006/main">
            <a:off x="1047750" y="5667375"/>
            <a:ext cx="95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650" b="0">
                <a:solidFill>
                  <a:srgbClr val="0065FF"/>
                </a:solidFill>
                <a:latin typeface="Anton"/>
                <a:ea typeface="Anton"/>
                <a:cs typeface="Anton"/>
              </a:defRPr>
            </a:defPPr>
          </a:lstStyle>
          <a:p xmlns:a="http://schemas.openxmlformats.org/drawingml/2006/main">
            <a:pPr>
              <a:defRPr sz="4650" b="0">
                <a:solidFill>
                  <a:srgbClr val="0065FF"/>
                </a:solidFill>
                <a:latin typeface="Anton"/>
                <a:ea typeface="Anton"/>
                <a:cs typeface="Anton"/>
              </a:defRPr>
            </a:pPr>
            <a:r>
              <a:rPr sz="4650" b="0">
                <a:solidFill>
                  <a:srgbClr val="0065FF"/>
                </a:solidFill>
                <a:latin typeface="Anton"/>
                <a:ea typeface="Anton"/>
                <a:cs typeface="Anton"/>
              </a:rPr>
              <a:t>01</a:t>
            </a:r>
          </a:p>
        </p:txBody>
      </p:sp>
      <p:sp>
        <p:nvSpPr>
          <p:cNvPr id="8" name="">
            <a:extLst xmlns:a="http://schemas.openxmlformats.org/drawingml/2006/main">
              <a:ext uri="{FF2B5EF4-FFF2-40B4-BE49-F238E27FC236}">
                <a16:creationId xmlns:a16="http://schemas.microsoft.com/office/drawing/2014/main" id="{8267973C-2E5A-4003-9156-C8FF0C796278}"/>
              </a:ext>
            </a:extLst>
          </p:cNvPr>
          <p:cNvSpPr>
            <a:spLocks xmlns:a="http://schemas.openxmlformats.org/drawingml/2006/main" noGrp="1"/>
          </p:cNvSpPr>
          <p:nvPr/>
        </p:nvSpPr>
        <p:spPr>
          <a:xfrm xmlns:a="http://schemas.openxmlformats.org/drawingml/2006/main">
            <a:off x="2047875" y="5781675"/>
            <a:ext cx="4191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7154D"/>
                </a:solidFill>
                <a:latin typeface="Rubik"/>
                <a:ea typeface="Rubik"/>
                <a:cs typeface="Rubik"/>
              </a:defRPr>
            </a:defPPr>
          </a:lstStyle>
          <a:p xmlns:a="http://schemas.openxmlformats.org/drawingml/2006/main">
            <a:pPr>
              <a:defRPr sz="2250" b="1">
                <a:solidFill>
                  <a:srgbClr val="07154D"/>
                </a:solidFill>
                <a:latin typeface="Rubik"/>
                <a:ea typeface="Rubik"/>
                <a:cs typeface="Rubik"/>
              </a:defRPr>
            </a:pPr>
            <a:r>
              <a:rPr sz="2250" b="1">
                <a:solidFill>
                  <a:srgbClr val="07154D"/>
                </a:solidFill>
                <a:latin typeface="Rubik"/>
                <a:ea typeface="Rubik"/>
                <a:cs typeface="Rubik"/>
              </a:rPr>
              <a:t>DATA NEEDED</a:t>
            </a:r>
          </a:p>
        </p:txBody>
      </p:sp>
      <p:sp>
        <p:nvSpPr>
          <p:cNvPr id="9" name="">
            <a:extLst xmlns:a="http://schemas.openxmlformats.org/drawingml/2006/main">
              <a:ext uri="{FF2B5EF4-FFF2-40B4-BE49-F238E27FC236}">
                <a16:creationId xmlns:a16="http://schemas.microsoft.com/office/drawing/2014/main" id="{A55B93D1-34AE-4B34-900B-8C0B0D0EF6FA}"/>
              </a:ext>
            </a:extLst>
          </p:cNvPr>
          <p:cNvSpPr>
            <a:spLocks xmlns:a="http://schemas.openxmlformats.org/drawingml/2006/main" noGrp="1"/>
          </p:cNvSpPr>
          <p:nvPr/>
        </p:nvSpPr>
        <p:spPr>
          <a:xfrm xmlns:a="http://schemas.openxmlformats.org/drawingml/2006/main">
            <a:off x="1047750" y="6905625"/>
            <a:ext cx="49530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3B506C"/>
                </a:solidFill>
                <a:latin typeface="Rubik"/>
                <a:ea typeface="Rubik"/>
                <a:cs typeface="Rubik"/>
              </a:defRPr>
            </a:defPPr>
          </a:lstStyle>
          <a:p xmlns:a="http://schemas.openxmlformats.org/drawingml/2006/main">
            <a:pPr>
              <a:defRPr sz="2175" b="0">
                <a:solidFill>
                  <a:srgbClr val="3B506C"/>
                </a:solidFill>
                <a:latin typeface="Rubik"/>
                <a:ea typeface="Rubik"/>
                <a:cs typeface="Rubik"/>
              </a:defRPr>
            </a:pPr>
            <a:r>
              <a:rPr sz="2175" b="0">
                <a:solidFill>
                  <a:srgbClr val="3B506C"/>
                </a:solidFill>
                <a:latin typeface="Rubik"/>
                <a:ea typeface="Rubik"/>
                <a:cs typeface="Rubik"/>
              </a:rPr>
              <a:t>Absence date, duration, employee or unit identifier, exposure hours, work schedule, department, and policy or intervention dates.</a:t>
            </a:r>
          </a:p>
        </p:txBody>
      </p:sp>
      <p:sp>
        <p:nvSpPr>
          <p:cNvPr id="10" name="">
            <a:extLst xmlns:a="http://schemas.openxmlformats.org/drawingml/2006/main">
              <a:ext uri="{FF2B5EF4-FFF2-40B4-BE49-F238E27FC236}">
                <a16:creationId xmlns:a16="http://schemas.microsoft.com/office/drawing/2014/main" id="{FB04B751-250E-436C-8A96-41B6961D34B8}"/>
              </a:ext>
            </a:extLst>
          </p:cNvPr>
          <p:cNvSpPr>
            <a:spLocks xmlns:a="http://schemas.openxmlformats.org/drawingml/2006/main" noGrp="1"/>
          </p:cNvSpPr>
          <p:nvPr/>
        </p:nvSpPr>
        <p:spPr>
          <a:xfrm xmlns:a="http://schemas.openxmlformats.org/drawingml/2006/main">
            <a:off x="6667500" y="5667375"/>
            <a:ext cx="95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650" b="0">
                <a:solidFill>
                  <a:srgbClr val="0065FF"/>
                </a:solidFill>
                <a:latin typeface="Anton"/>
                <a:ea typeface="Anton"/>
                <a:cs typeface="Anton"/>
              </a:defRPr>
            </a:defPPr>
          </a:lstStyle>
          <a:p xmlns:a="http://schemas.openxmlformats.org/drawingml/2006/main">
            <a:pPr>
              <a:defRPr sz="4650" b="0">
                <a:solidFill>
                  <a:srgbClr val="0065FF"/>
                </a:solidFill>
                <a:latin typeface="Anton"/>
                <a:ea typeface="Anton"/>
                <a:cs typeface="Anton"/>
              </a:defRPr>
            </a:pPr>
            <a:r>
              <a:rPr sz="4650" b="0">
                <a:solidFill>
                  <a:srgbClr val="0065FF"/>
                </a:solidFill>
                <a:latin typeface="Anton"/>
                <a:ea typeface="Anton"/>
                <a:cs typeface="Anton"/>
              </a:rPr>
              <a:t>02</a:t>
            </a:r>
          </a:p>
        </p:txBody>
      </p:sp>
      <p:sp>
        <p:nvSpPr>
          <p:cNvPr id="11" name="">
            <a:extLst xmlns:a="http://schemas.openxmlformats.org/drawingml/2006/main">
              <a:ext uri="{FF2B5EF4-FFF2-40B4-BE49-F238E27FC236}">
                <a16:creationId xmlns:a16="http://schemas.microsoft.com/office/drawing/2014/main" id="{755F3624-0C95-47AF-86C1-F44687669AAB}"/>
              </a:ext>
            </a:extLst>
          </p:cNvPr>
          <p:cNvSpPr>
            <a:spLocks xmlns:a="http://schemas.openxmlformats.org/drawingml/2006/main" noGrp="1"/>
          </p:cNvSpPr>
          <p:nvPr/>
        </p:nvSpPr>
        <p:spPr>
          <a:xfrm xmlns:a="http://schemas.openxmlformats.org/drawingml/2006/main">
            <a:off x="7667625" y="5781675"/>
            <a:ext cx="4191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7154D"/>
                </a:solidFill>
                <a:latin typeface="Rubik"/>
                <a:ea typeface="Rubik"/>
                <a:cs typeface="Rubik"/>
              </a:defRPr>
            </a:defPPr>
          </a:lstStyle>
          <a:p xmlns:a="http://schemas.openxmlformats.org/drawingml/2006/main">
            <a:pPr>
              <a:defRPr sz="2250" b="1">
                <a:solidFill>
                  <a:srgbClr val="07154D"/>
                </a:solidFill>
                <a:latin typeface="Rubik"/>
                <a:ea typeface="Rubik"/>
                <a:cs typeface="Rubik"/>
              </a:defRPr>
            </a:pPr>
            <a:r>
              <a:rPr sz="2250" b="1">
                <a:solidFill>
                  <a:srgbClr val="07154D"/>
                </a:solidFill>
                <a:latin typeface="Rubik"/>
                <a:ea typeface="Rubik"/>
                <a:cs typeface="Rubik"/>
              </a:rPr>
              <a:t>FUTURE ANALYSIS</a:t>
            </a:r>
          </a:p>
        </p:txBody>
      </p:sp>
      <p:sp>
        <p:nvSpPr>
          <p:cNvPr id="12" name="">
            <a:extLst xmlns:a="http://schemas.openxmlformats.org/drawingml/2006/main">
              <a:ext uri="{FF2B5EF4-FFF2-40B4-BE49-F238E27FC236}">
                <a16:creationId xmlns:a16="http://schemas.microsoft.com/office/drawing/2014/main" id="{68CF22DC-BF1E-4537-B404-914750A4177A}"/>
              </a:ext>
            </a:extLst>
          </p:cNvPr>
          <p:cNvSpPr>
            <a:spLocks xmlns:a="http://schemas.openxmlformats.org/drawingml/2006/main" noGrp="1"/>
          </p:cNvSpPr>
          <p:nvPr/>
        </p:nvSpPr>
        <p:spPr>
          <a:xfrm xmlns:a="http://schemas.openxmlformats.org/drawingml/2006/main">
            <a:off x="6667500" y="6905625"/>
            <a:ext cx="49530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3B506C"/>
                </a:solidFill>
                <a:latin typeface="Rubik"/>
                <a:ea typeface="Rubik"/>
                <a:cs typeface="Rubik"/>
              </a:defRPr>
            </a:defPPr>
          </a:lstStyle>
          <a:p xmlns:a="http://schemas.openxmlformats.org/drawingml/2006/main">
            <a:pPr>
              <a:defRPr sz="2175" b="0">
                <a:solidFill>
                  <a:srgbClr val="3B506C"/>
                </a:solidFill>
                <a:latin typeface="Rubik"/>
                <a:ea typeface="Rubik"/>
                <a:cs typeface="Rubik"/>
              </a:defRPr>
            </a:pPr>
            <a:r>
              <a:rPr sz="2175" b="0">
                <a:solidFill>
                  <a:srgbClr val="3B506C"/>
                </a:solidFill>
                <a:latin typeface="Rubik"/>
                <a:ea typeface="Rubik"/>
                <a:cs typeface="Rubik"/>
              </a:rPr>
              <a:t>Aggregate to weekly or monthly unit-level rates. Inspect trend and seasonality, use a time-based holdout, and compare seasonal-naive, ETS, or ARIMA models.</a:t>
            </a:r>
          </a:p>
        </p:txBody>
      </p:sp>
      <p:sp>
        <p:nvSpPr>
          <p:cNvPr id="13" name="">
            <a:extLst xmlns:a="http://schemas.openxmlformats.org/drawingml/2006/main">
              <a:ext uri="{FF2B5EF4-FFF2-40B4-BE49-F238E27FC236}">
                <a16:creationId xmlns:a16="http://schemas.microsoft.com/office/drawing/2014/main" id="{DAEE0E0C-C367-4191-BB11-A4DDF580FAB7}"/>
              </a:ext>
            </a:extLst>
          </p:cNvPr>
          <p:cNvSpPr>
            <a:spLocks xmlns:a="http://schemas.openxmlformats.org/drawingml/2006/main" noGrp="1"/>
          </p:cNvSpPr>
          <p:nvPr/>
        </p:nvSpPr>
        <p:spPr>
          <a:xfrm xmlns:a="http://schemas.openxmlformats.org/drawingml/2006/main">
            <a:off x="12287250" y="5667375"/>
            <a:ext cx="95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650" b="0">
                <a:solidFill>
                  <a:srgbClr val="0065FF"/>
                </a:solidFill>
                <a:latin typeface="Anton"/>
                <a:ea typeface="Anton"/>
                <a:cs typeface="Anton"/>
              </a:defRPr>
            </a:defPPr>
          </a:lstStyle>
          <a:p xmlns:a="http://schemas.openxmlformats.org/drawingml/2006/main">
            <a:pPr>
              <a:defRPr sz="4650" b="0">
                <a:solidFill>
                  <a:srgbClr val="0065FF"/>
                </a:solidFill>
                <a:latin typeface="Anton"/>
                <a:ea typeface="Anton"/>
                <a:cs typeface="Anton"/>
              </a:defRPr>
            </a:pPr>
            <a:r>
              <a:rPr sz="4650" b="0">
                <a:solidFill>
                  <a:srgbClr val="0065FF"/>
                </a:solidFill>
                <a:latin typeface="Anton"/>
                <a:ea typeface="Anton"/>
                <a:cs typeface="Anton"/>
              </a:rPr>
              <a:t>03</a:t>
            </a:r>
          </a:p>
        </p:txBody>
      </p:sp>
      <p:sp>
        <p:nvSpPr>
          <p:cNvPr id="14" name="">
            <a:extLst xmlns:a="http://schemas.openxmlformats.org/drawingml/2006/main">
              <a:ext uri="{FF2B5EF4-FFF2-40B4-BE49-F238E27FC236}">
                <a16:creationId xmlns:a16="http://schemas.microsoft.com/office/drawing/2014/main" id="{315FC883-D333-47E9-8DED-88AD3190DDE6}"/>
              </a:ext>
            </a:extLst>
          </p:cNvPr>
          <p:cNvSpPr>
            <a:spLocks xmlns:a="http://schemas.openxmlformats.org/drawingml/2006/main" noGrp="1"/>
          </p:cNvSpPr>
          <p:nvPr/>
        </p:nvSpPr>
        <p:spPr>
          <a:xfrm xmlns:a="http://schemas.openxmlformats.org/drawingml/2006/main">
            <a:off x="13287375" y="5781675"/>
            <a:ext cx="4191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7154D"/>
                </a:solidFill>
                <a:latin typeface="Rubik"/>
                <a:ea typeface="Rubik"/>
                <a:cs typeface="Rubik"/>
              </a:defRPr>
            </a:defPPr>
          </a:lstStyle>
          <a:p xmlns:a="http://schemas.openxmlformats.org/drawingml/2006/main">
            <a:pPr>
              <a:defRPr sz="2250" b="1">
                <a:solidFill>
                  <a:srgbClr val="07154D"/>
                </a:solidFill>
                <a:latin typeface="Rubik"/>
                <a:ea typeface="Rubik"/>
                <a:cs typeface="Rubik"/>
              </a:defRPr>
            </a:pPr>
            <a:r>
              <a:rPr sz="2250" b="1">
                <a:solidFill>
                  <a:srgbClr val="07154D"/>
                </a:solidFill>
                <a:latin typeface="Rubik"/>
                <a:ea typeface="Rubik"/>
                <a:cs typeface="Rubik"/>
              </a:rPr>
              <a:t>POSSIBLE CAUSAL</a:t>
            </a:r>
          </a:p>
          <a:p xmlns:a="http://schemas.openxmlformats.org/drawingml/2006/main">
            <a:pPr>
              <a:defRPr sz="2250" b="1">
                <a:solidFill>
                  <a:srgbClr val="07154D"/>
                </a:solidFill>
                <a:latin typeface="Rubik"/>
                <a:ea typeface="Rubik"/>
                <a:cs typeface="Rubik"/>
              </a:defRPr>
            </a:pPr>
            <a:r>
              <a:rPr sz="2250" b="1">
                <a:solidFill>
                  <a:srgbClr val="07154D"/>
                </a:solidFill>
                <a:latin typeface="Rubik"/>
                <a:ea typeface="Rubik"/>
                <a:cs typeface="Rubik"/>
              </a:rPr>
              <a:t>EXTENSION</a:t>
            </a:r>
          </a:p>
        </p:txBody>
      </p:sp>
      <p:sp>
        <p:nvSpPr>
          <p:cNvPr id="15" name="">
            <a:extLst xmlns:a="http://schemas.openxmlformats.org/drawingml/2006/main">
              <a:ext uri="{FF2B5EF4-FFF2-40B4-BE49-F238E27FC236}">
                <a16:creationId xmlns:a16="http://schemas.microsoft.com/office/drawing/2014/main" id="{A86D7E1D-481C-4F99-BAF9-711463E50740}"/>
              </a:ext>
            </a:extLst>
          </p:cNvPr>
          <p:cNvSpPr>
            <a:spLocks xmlns:a="http://schemas.openxmlformats.org/drawingml/2006/main" noGrp="1"/>
          </p:cNvSpPr>
          <p:nvPr/>
        </p:nvSpPr>
        <p:spPr>
          <a:xfrm xmlns:a="http://schemas.openxmlformats.org/drawingml/2006/main">
            <a:off x="12287250" y="6905625"/>
            <a:ext cx="49530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3B506C"/>
                </a:solidFill>
                <a:latin typeface="Rubik"/>
                <a:ea typeface="Rubik"/>
                <a:cs typeface="Rubik"/>
              </a:defRPr>
            </a:defPPr>
          </a:lstStyle>
          <a:p xmlns:a="http://schemas.openxmlformats.org/drawingml/2006/main">
            <a:pPr>
              <a:defRPr sz="2175" b="0">
                <a:solidFill>
                  <a:srgbClr val="3B506C"/>
                </a:solidFill>
                <a:latin typeface="Rubik"/>
                <a:ea typeface="Rubik"/>
                <a:cs typeface="Rubik"/>
              </a:defRPr>
            </a:pPr>
            <a:r>
              <a:rPr sz="2175" b="0">
                <a:solidFill>
                  <a:srgbClr val="3B506C"/>
                </a:solidFill>
                <a:latin typeface="Rubik"/>
                <a:ea typeface="Rubik"/>
                <a:cs typeface="Rubik"/>
              </a:rPr>
              <a:t>An interrupted time-series design could evaluate a policy change when timing, implementation, and a credible pre-intervention period are available.</a:t>
            </a:r>
          </a:p>
        </p:txBody>
      </p:sp>
      <p:sp>
        <p:nvSpPr>
          <p:cNvPr id="16" name="">
            <a:extLst xmlns:a="http://schemas.openxmlformats.org/drawingml/2006/main">
              <a:ext uri="{FF2B5EF4-FFF2-40B4-BE49-F238E27FC236}">
                <a16:creationId xmlns:a16="http://schemas.microsoft.com/office/drawing/2014/main" id="{90974295-669E-4BE2-A5A0-302172DB042C}"/>
              </a:ext>
            </a:extLst>
          </p:cNvPr>
          <p:cNvSpPr>
            <a:spLocks xmlns:a="http://schemas.openxmlformats.org/drawingml/2006/main" noGrp="1"/>
          </p:cNvSpPr>
          <p:nvPr/>
        </p:nvSpPr>
        <p:spPr>
          <a:xfrm xmlns:a="http://schemas.openxmlformats.org/drawingml/2006/main">
            <a:off x="17049750" y="9382125"/>
            <a:ext cx="628650" cy="628650"/>
          </a:xfrm>
          <a:prstGeom xmlns:a="http://schemas.openxmlformats.org/drawingml/2006/main" prst="ellipse">
            <a:avLst/>
          </a:prstGeom>
          <a:solidFill xmlns:a="http://schemas.openxmlformats.org/drawingml/2006/main">
            <a:srgbClr val="07154D"/>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4306B9D-8ACE-4266-A7FB-12C850725F0D}"/>
              </a:ext>
            </a:extLst>
          </p:cNvPr>
          <p:cNvSpPr>
            <a:spLocks xmlns:a="http://schemas.openxmlformats.org/drawingml/2006/main" noGrp="1"/>
          </p:cNvSpPr>
          <p:nvPr/>
        </p:nvSpPr>
        <p:spPr>
          <a:xfrm xmlns:a="http://schemas.openxmlformats.org/drawingml/2006/main">
            <a:off x="17049750" y="9467850"/>
            <a:ext cx="628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950" b="1">
                <a:solidFill>
                  <a:srgbClr val="FFFFFF"/>
                </a:solidFill>
                <a:latin typeface="Rubik"/>
                <a:ea typeface="Rubik"/>
                <a:cs typeface="Rubik"/>
              </a:defRPr>
            </a:defPPr>
          </a:lstStyle>
          <a:p xmlns:a="http://schemas.openxmlformats.org/drawingml/2006/main">
            <a:pPr algn="ctr">
              <a:defRPr sz="1950" b="1">
                <a:solidFill>
                  <a:srgbClr val="FFFFFF"/>
                </a:solidFill>
                <a:latin typeface="Rubik"/>
                <a:ea typeface="Rubik"/>
                <a:cs typeface="Rubik"/>
              </a:defRPr>
            </a:pPr>
            <a:r>
              <a:rPr sz="1950" b="1">
                <a:solidFill>
                  <a:srgbClr val="FFFFFF"/>
                </a:solidFill>
                <a:latin typeface="Rubik"/>
                <a:ea typeface="Rubik"/>
                <a:cs typeface="Rubik"/>
              </a:rPr>
              <a:t>13</a:t>
            </a:r>
          </a:p>
        </p:txBody>
      </p:sp>
    </p:spTree>
    <p:extLst>
      <p:ext uri="{BB962C8B-B14F-4D97-AF65-F5344CB8AC3E}">
        <p14:creationId xmlns:p14="http://schemas.microsoft.com/office/powerpoint/2010/main" val="207283261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7AD64DFE-DE96-4960-A9C5-95B6ADA122BC}"/>
              </a:ext>
            </a:extLst>
          </p:cNvPr>
          <p:cNvPicPr>
            <a:picLocks xmlns:a="http://schemas.openxmlformats.org/drawingml/2006/main" noChangeAspect="1"/>
          </p:cNvPicPr>
          <p:nvPr/>
        </p:nvPicPr>
        <p:blipFill>
          <a:blip xmlns:r="http://schemas.openxmlformats.org/officeDocument/2006/relationships" xmlns:a="http://schemas.openxmlformats.org/drawingml/2006/main" r:embed="R2dd5024538f247da"/>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5EA19AE-C499-4D9D-A1B7-AFFDB11610BF}"/>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FFFFFF"/>
              </a:gs>
              <a:gs pos="80000">
                <a:srgbClr val="FFFFFF">
                  <a:alpha val="94000"/>
                </a:srgbClr>
              </a:gs>
              <a:gs pos="100000">
                <a:srgbClr val="FFFFFF">
                  <a:alpha val="20000"/>
                </a:srgbClr>
              </a:gs>
            </a:gsLst>
            <a:lin ang="0"/>
          </a:gra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20D6EEB-27E2-4F22-8A39-CD38B04F2228}"/>
              </a:ext>
            </a:extLst>
          </p:cNvPr>
          <p:cNvSpPr>
            <a:spLocks xmlns:a="http://schemas.openxmlformats.org/drawingml/2006/main" noGrp="1"/>
          </p:cNvSpPr>
          <p:nvPr/>
        </p:nvSpPr>
        <p:spPr>
          <a:xfrm xmlns:a="http://schemas.openxmlformats.org/drawingml/2006/main">
            <a:off x="1000125" y="523875"/>
            <a:ext cx="16192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0">
                <a:solidFill>
                  <a:srgbClr val="07154D"/>
                </a:solidFill>
                <a:latin typeface="Anton"/>
                <a:ea typeface="Anton"/>
                <a:cs typeface="Anton"/>
              </a:defRPr>
            </a:defPPr>
          </a:lstStyle>
          <a:p xmlns:a="http://schemas.openxmlformats.org/drawingml/2006/main">
            <a:pPr>
              <a:defRPr sz="5700" b="0">
                <a:solidFill>
                  <a:srgbClr val="07154D"/>
                </a:solidFill>
                <a:latin typeface="Anton"/>
                <a:ea typeface="Anton"/>
                <a:cs typeface="Anton"/>
              </a:defRPr>
            </a:pPr>
            <a:r>
              <a:rPr sz="5700" b="0">
                <a:solidFill>
                  <a:srgbClr val="07154D"/>
                </a:solidFill>
                <a:latin typeface="Anton"/>
                <a:ea typeface="Anton"/>
                <a:cs typeface="Anton"/>
              </a:rPr>
              <a:t>INDUSTRY INNOVATION</a:t>
            </a:r>
          </a:p>
          <a:p xmlns:a="http://schemas.openxmlformats.org/drawingml/2006/main">
            <a:pPr>
              <a:defRPr sz="5700" b="0">
                <a:solidFill>
                  <a:srgbClr val="07154D"/>
                </a:solidFill>
                <a:latin typeface="Anton"/>
                <a:ea typeface="Anton"/>
                <a:cs typeface="Anton"/>
              </a:defRPr>
            </a:pPr>
            <a:r>
              <a:rPr sz="5700" b="0">
                <a:solidFill>
                  <a:srgbClr val="07154D"/>
                </a:solidFill>
                <a:latin typeface="Anton"/>
                <a:ea typeface="Anton"/>
                <a:cs typeface="Anton"/>
              </a:rPr>
              <a:t>PROPOSAL</a:t>
            </a:r>
          </a:p>
        </p:txBody>
      </p:sp>
      <p:sp>
        <p:nvSpPr>
          <p:cNvPr id="4" name="">
            <a:extLst xmlns:a="http://schemas.openxmlformats.org/drawingml/2006/main">
              <a:ext uri="{FF2B5EF4-FFF2-40B4-BE49-F238E27FC236}">
                <a16:creationId xmlns:a16="http://schemas.microsoft.com/office/drawing/2014/main" id="{557B7C69-6B89-443C-AA17-EFD4F39AA8C3}"/>
              </a:ext>
            </a:extLst>
          </p:cNvPr>
          <p:cNvSpPr>
            <a:spLocks xmlns:a="http://schemas.openxmlformats.org/drawingml/2006/main" noGrp="1"/>
          </p:cNvSpPr>
          <p:nvPr/>
        </p:nvSpPr>
        <p:spPr>
          <a:xfrm xmlns:a="http://schemas.openxmlformats.org/drawingml/2006/main">
            <a:off x="1047750" y="2667000"/>
            <a:ext cx="16192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065FF"/>
                </a:solidFill>
                <a:latin typeface="Rubik"/>
                <a:ea typeface="Rubik"/>
                <a:cs typeface="Rubik"/>
              </a:defRPr>
            </a:defPPr>
          </a:lstStyle>
          <a:p xmlns:a="http://schemas.openxmlformats.org/drawingml/2006/main">
            <a:pPr>
              <a:defRPr sz="2550" b="1">
                <a:solidFill>
                  <a:srgbClr val="0065FF"/>
                </a:solidFill>
                <a:latin typeface="Rubik"/>
                <a:ea typeface="Rubik"/>
                <a:cs typeface="Rubik"/>
              </a:defRPr>
            </a:pPr>
            <a:r>
              <a:rPr sz="2550" b="1">
                <a:solidFill>
                  <a:srgbClr val="0065FF"/>
                </a:solidFill>
                <a:latin typeface="Rubik"/>
                <a:ea typeface="Rubik"/>
                <a:cs typeface="Rubik"/>
              </a:rPr>
              <a:t>AGGREGATE ABSENTEEISM DECISION-SUPPORT FRAMEWORK</a:t>
            </a:r>
          </a:p>
        </p:txBody>
      </p:sp>
      <p:graphicFrame>
        <p:nvGraphicFramePr>
          <p:cNvPr id="5" name="">
            <a:extLst xmlns:a="http://schemas.openxmlformats.org/drawingml/2006/main">
              <a:ext uri="{FF2B5EF4-FFF2-40B4-BE49-F238E27FC236}">
                <a16:creationId xmlns:a16="http://schemas.microsoft.com/office/drawing/2014/main" id="{CD9E6908-A3EB-49EE-A9CA-A6532FAE3302}"/>
              </a:ext>
            </a:extLst>
          </p:cNvPr>
          <p:cNvGraphicFramePr/>
          <p:nvPr/>
        </p:nvGraphicFramePr>
        <p:xfrm>
          <a:off xmlns:a="http://schemas.openxmlformats.org/drawingml/2006/main" x="1047750" y="3571875"/>
          <a:ext xmlns:a="http://schemas.openxmlformats.org/drawingml/2006/main" cx="16192500" cy="4810125"/>
        </p:xfrm>
        <a:graphic xmlns:a="http://schemas.openxmlformats.org/drawingml/2006/main">
          <a:graphicData uri="http://schemas.openxmlformats.org/drawingml/2006/table">
            <a:tbl>
              <a:tblPr/>
              <a:tblGrid>
                <a:gridCol w="4095750"/>
                <a:gridCol w="5953125"/>
                <a:gridCol w="6143625"/>
              </a:tblGrid>
              <a:tr h="962025">
                <a:tc>
                  <a:txBody>
                    <a:bodyPr/>
                    <a:lstStyle/>
                    <a:p>
                      <a:r>
                        <a:rPr sz="2100" b="1">
                          <a:solidFill>
                            <a:srgbClr val="FFFFFF"/>
                          </a:solidFill>
                          <a:latin typeface="Rubik"/>
                          <a:ea typeface="Rubik"/>
                          <a:cs typeface="Rubik"/>
                        </a:rPr>
                        <a:t>Aggregate signal</a:t>
                      </a:r>
                    </a:p>
                  </a:txBody>
                  <a:tcPr marL="209550" marR="190500" marT="114300" marB="114300" anchor="ctr">
                    <a:solidFill>
                      <a:srgbClr val="0065FF"/>
                    </a:solidFill>
                  </a:tcPr>
                </a:tc>
                <a:tc>
                  <a:txBody>
                    <a:bodyPr/>
                    <a:lstStyle/>
                    <a:p>
                      <a:r>
                        <a:rPr sz="2100" b="1">
                          <a:solidFill>
                            <a:srgbClr val="FFFFFF"/>
                          </a:solidFill>
                          <a:latin typeface="Rubik"/>
                          <a:ea typeface="Rubik"/>
                          <a:cs typeface="Rubik"/>
                        </a:rPr>
                        <a:t>Management response</a:t>
                      </a:r>
                    </a:p>
                  </a:txBody>
                  <a:tcPr marL="209550" marR="190500" marT="114300" marB="114300" anchor="ctr">
                    <a:solidFill>
                      <a:srgbClr val="0065FF"/>
                    </a:solidFill>
                  </a:tcPr>
                </a:tc>
                <a:tc>
                  <a:txBody>
                    <a:bodyPr/>
                    <a:lstStyle/>
                    <a:p>
                      <a:r>
                        <a:rPr sz="2100" b="1">
                          <a:solidFill>
                            <a:srgbClr val="FFFFFF"/>
                          </a:solidFill>
                          <a:latin typeface="Rubik"/>
                          <a:ea typeface="Rubik"/>
                          <a:cs typeface="Rubik"/>
                        </a:rPr>
                        <a:t>Safeguard</a:t>
                      </a:r>
                    </a:p>
                  </a:txBody>
                  <a:tcPr marL="209550" marR="190500" marT="114300" marB="114300" anchor="ctr">
                    <a:solidFill>
                      <a:srgbClr val="0065FF"/>
                    </a:solidFill>
                  </a:tcPr>
                </a:tc>
              </a:tr>
              <a:tr h="962025">
                <a:tc>
                  <a:txBody>
                    <a:bodyPr/>
                    <a:lstStyle/>
                    <a:p>
                      <a:r>
                        <a:rPr sz="2100" b="1">
                          <a:solidFill>
                            <a:srgbClr val="07154D"/>
                          </a:solidFill>
                          <a:latin typeface="Rubik"/>
                          <a:ea typeface="Rubik"/>
                          <a:cs typeface="Rubik"/>
                        </a:rPr>
                        <a:t>Rising unit absence hours</a:t>
                      </a:r>
                    </a:p>
                  </a:txBody>
                  <a:tcPr marL="209550" marR="190500" marT="114300" marB="114300" anchor="ctr">
                    <a:solidFill>
                      <a:srgbClr val="F0F7FF"/>
                    </a:solidFill>
                  </a:tcPr>
                </a:tc>
                <a:tc>
                  <a:txBody>
                    <a:bodyPr/>
                    <a:lstStyle/>
                    <a:p>
                      <a:r>
                        <a:rPr sz="2100" b="0">
                          <a:solidFill>
                            <a:srgbClr val="07154D"/>
                          </a:solidFill>
                          <a:latin typeface="Rubik"/>
                          <a:ea typeface="Rubik"/>
                          <a:cs typeface="Rubik"/>
                        </a:rPr>
                        <a:t>Review staffing, workload, schedules, and wellbeing support</a:t>
                      </a:r>
                    </a:p>
                  </a:txBody>
                  <a:tcPr marL="209550" marR="190500" marT="114300" marB="114300" anchor="ctr">
                    <a:solidFill>
                      <a:srgbClr val="F0F7FF"/>
                    </a:solidFill>
                  </a:tcPr>
                </a:tc>
                <a:tc>
                  <a:txBody>
                    <a:bodyPr/>
                    <a:lstStyle/>
                    <a:p>
                      <a:r>
                        <a:rPr sz="2100" b="0">
                          <a:solidFill>
                            <a:srgbClr val="07154D"/>
                          </a:solidFill>
                          <a:latin typeface="Rubik"/>
                          <a:ea typeface="Rubik"/>
                          <a:cs typeface="Rubik"/>
                        </a:rPr>
                        <a:t>Minimum group-size rules; no employee ranking</a:t>
                      </a:r>
                    </a:p>
                  </a:txBody>
                  <a:tcPr marL="209550" marR="190500" marT="114300" marB="114300" anchor="ctr">
                    <a:solidFill>
                      <a:srgbClr val="F0F7FF"/>
                    </a:solidFill>
                  </a:tcPr>
                </a:tc>
              </a:tr>
              <a:tr h="962025">
                <a:tc>
                  <a:txBody>
                    <a:bodyPr/>
                    <a:lstStyle/>
                    <a:p>
                      <a:r>
                        <a:rPr sz="2100" b="1">
                          <a:solidFill>
                            <a:srgbClr val="07154D"/>
                          </a:solidFill>
                          <a:latin typeface="Rubik"/>
                          <a:ea typeface="Rubik"/>
                          <a:cs typeface="Rubik"/>
                        </a:rPr>
                        <a:t>Persistent subgroup difference</a:t>
                      </a:r>
                    </a:p>
                  </a:txBody>
                  <a:tcPr marL="209550" marR="190500" marT="114300" marB="114300" anchor="ctr">
                    <a:solidFill>
                      <a:srgbClr val="FFFFFF"/>
                    </a:solidFill>
                  </a:tcPr>
                </a:tc>
                <a:tc>
                  <a:txBody>
                    <a:bodyPr/>
                    <a:lstStyle/>
                    <a:p>
                      <a:r>
                        <a:rPr sz="2100" b="0">
                          <a:solidFill>
                            <a:srgbClr val="07154D"/>
                          </a:solidFill>
                          <a:latin typeface="Rubik"/>
                          <a:ea typeface="Rubik"/>
                          <a:cs typeface="Rubik"/>
                        </a:rPr>
                        <a:t>Check policy, job design, and local working conditions</a:t>
                      </a:r>
                    </a:p>
                  </a:txBody>
                  <a:tcPr marL="209550" marR="190500" marT="114300" marB="114300" anchor="ctr">
                    <a:solidFill>
                      <a:srgbClr val="FFFFFF"/>
                    </a:solidFill>
                  </a:tcPr>
                </a:tc>
                <a:tc>
                  <a:txBody>
                    <a:bodyPr/>
                    <a:lstStyle/>
                    <a:p>
                      <a:r>
                        <a:rPr sz="2100" b="0">
                          <a:solidFill>
                            <a:srgbClr val="07154D"/>
                          </a:solidFill>
                          <a:latin typeface="Rubik"/>
                          <a:ea typeface="Rubik"/>
                          <a:cs typeface="Rubik"/>
                        </a:rPr>
                        <a:t>Use effect size and uncertainty, not p-values alone</a:t>
                      </a:r>
                    </a:p>
                  </a:txBody>
                  <a:tcPr marL="209550" marR="190500" marT="114300" marB="114300" anchor="ctr">
                    <a:solidFill>
                      <a:srgbClr val="FFFFFF"/>
                    </a:solidFill>
                  </a:tcPr>
                </a:tc>
              </a:tr>
              <a:tr h="962025">
                <a:tc>
                  <a:txBody>
                    <a:bodyPr/>
                    <a:lstStyle/>
                    <a:p>
                      <a:r>
                        <a:rPr sz="2100" b="1">
                          <a:solidFill>
                            <a:srgbClr val="07154D"/>
                          </a:solidFill>
                          <a:latin typeface="Rubik"/>
                          <a:ea typeface="Rubik"/>
                          <a:cs typeface="Rubik"/>
                        </a:rPr>
                        <a:t>Model error or drift</a:t>
                      </a:r>
                    </a:p>
                  </a:txBody>
                  <a:tcPr marL="209550" marR="190500" marT="114300" marB="114300" anchor="ctr">
                    <a:solidFill>
                      <a:srgbClr val="F0F7FF"/>
                    </a:solidFill>
                  </a:tcPr>
                </a:tc>
                <a:tc>
                  <a:txBody>
                    <a:bodyPr/>
                    <a:lstStyle/>
                    <a:p>
                      <a:r>
                        <a:rPr sz="2100" b="0">
                          <a:solidFill>
                            <a:srgbClr val="07154D"/>
                          </a:solidFill>
                          <a:latin typeface="Rubik"/>
                          <a:ea typeface="Rubik"/>
                          <a:cs typeface="Rubik"/>
                        </a:rPr>
                        <a:t>Recalibrate, retrain, or suspend use</a:t>
                      </a:r>
                    </a:p>
                  </a:txBody>
                  <a:tcPr marL="209550" marR="190500" marT="114300" marB="114300" anchor="ctr">
                    <a:solidFill>
                      <a:srgbClr val="F0F7FF"/>
                    </a:solidFill>
                  </a:tcPr>
                </a:tc>
                <a:tc>
                  <a:txBody>
                    <a:bodyPr/>
                    <a:lstStyle/>
                    <a:p>
                      <a:r>
                        <a:rPr sz="2100" b="0">
                          <a:solidFill>
                            <a:srgbClr val="07154D"/>
                          </a:solidFill>
                          <a:latin typeface="Rubik"/>
                          <a:ea typeface="Rubik"/>
                          <a:cs typeface="Rubik"/>
                        </a:rPr>
                        <a:t>Monitor RMSE, bias, data quality, and subgroup performance</a:t>
                      </a:r>
                    </a:p>
                  </a:txBody>
                  <a:tcPr marL="209550" marR="190500" marT="114300" marB="114300" anchor="ctr">
                    <a:solidFill>
                      <a:srgbClr val="F0F7FF"/>
                    </a:solidFill>
                  </a:tcPr>
                </a:tc>
              </a:tr>
              <a:tr h="962025">
                <a:tc>
                  <a:txBody>
                    <a:bodyPr/>
                    <a:lstStyle/>
                    <a:p>
                      <a:r>
                        <a:rPr sz="2100" b="1">
                          <a:solidFill>
                            <a:srgbClr val="07154D"/>
                          </a:solidFill>
                          <a:latin typeface="Rubik"/>
                          <a:ea typeface="Rubik"/>
                          <a:cs typeface="Rubik"/>
                        </a:rPr>
                        <a:t>High-risk interpretation</a:t>
                      </a:r>
                    </a:p>
                  </a:txBody>
                  <a:tcPr marL="209550" marR="190500" marT="114300" marB="114300" anchor="ctr">
                    <a:solidFill>
                      <a:srgbClr val="FFFFFF"/>
                    </a:solidFill>
                  </a:tcPr>
                </a:tc>
                <a:tc>
                  <a:txBody>
                    <a:bodyPr/>
                    <a:lstStyle/>
                    <a:p>
                      <a:r>
                        <a:rPr sz="2100" b="0">
                          <a:solidFill>
                            <a:srgbClr val="07154D"/>
                          </a:solidFill>
                          <a:latin typeface="Rubik"/>
                          <a:ea typeface="Rubik"/>
                          <a:cs typeface="Rubik"/>
                        </a:rPr>
                        <a:t>Human review before any action</a:t>
                      </a:r>
                    </a:p>
                  </a:txBody>
                  <a:tcPr marL="209550" marR="190500" marT="114300" marB="114300" anchor="ctr">
                    <a:solidFill>
                      <a:srgbClr val="FFFFFF"/>
                    </a:solidFill>
                  </a:tcPr>
                </a:tc>
                <a:tc>
                  <a:txBody>
                    <a:bodyPr/>
                    <a:lstStyle/>
                    <a:p>
                      <a:r>
                        <a:rPr sz="2100" b="0">
                          <a:solidFill>
                            <a:srgbClr val="07154D"/>
                          </a:solidFill>
                          <a:latin typeface="Rubik"/>
                          <a:ea typeface="Rubik"/>
                          <a:cs typeface="Rubik"/>
                        </a:rPr>
                        <a:t>Document purpose, access, retention, appeals, and prohibited uses</a:t>
                      </a:r>
                    </a:p>
                  </a:txBody>
                  <a:tcPr marL="209550" marR="190500" marT="114300" marB="11430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90A0D368-B602-42C8-A52D-BA9ADB4FAD5A}"/>
              </a:ext>
            </a:extLst>
          </p:cNvPr>
          <p:cNvSpPr>
            <a:spLocks xmlns:a="http://schemas.openxmlformats.org/drawingml/2006/main" noGrp="1"/>
          </p:cNvSpPr>
          <p:nvPr/>
        </p:nvSpPr>
        <p:spPr>
          <a:xfrm xmlns:a="http://schemas.openxmlformats.org/drawingml/2006/main">
            <a:off x="1047750" y="8858250"/>
            <a:ext cx="16002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7154D"/>
                </a:solidFill>
                <a:latin typeface="Rubik"/>
                <a:ea typeface="Rubik"/>
                <a:cs typeface="Rubik"/>
              </a:defRPr>
            </a:defPPr>
          </a:lstStyle>
          <a:p xmlns:a="http://schemas.openxmlformats.org/drawingml/2006/main">
            <a:pPr>
              <a:defRPr sz="2250" b="1">
                <a:solidFill>
                  <a:srgbClr val="07154D"/>
                </a:solidFill>
                <a:latin typeface="Rubik"/>
                <a:ea typeface="Rubik"/>
                <a:cs typeface="Rubik"/>
              </a:defRPr>
            </a:pPr>
            <a:r>
              <a:rPr sz="2250" b="1">
                <a:solidFill>
                  <a:srgbClr val="07154D"/>
                </a:solidFill>
                <a:latin typeface="Rubik"/>
                <a:ea typeface="Rubik"/>
                <a:cs typeface="Rubik"/>
              </a:rPr>
              <a:t>Refresh monthly or quarterly. Publish an aggregate dashboard and model card.</a:t>
            </a:r>
          </a:p>
          <a:p xmlns:a="http://schemas.openxmlformats.org/drawingml/2006/main">
            <a:pPr>
              <a:defRPr sz="2250" b="1">
                <a:solidFill>
                  <a:srgbClr val="07154D"/>
                </a:solidFill>
                <a:latin typeface="Rubik"/>
                <a:ea typeface="Rubik"/>
                <a:cs typeface="Rubik"/>
              </a:defRPr>
            </a:pPr>
            <a:r>
              <a:rPr sz="2250" b="1">
                <a:solidFill>
                  <a:srgbClr val="07154D"/>
                </a:solidFill>
                <a:latin typeface="Rubik"/>
                <a:ea typeface="Rubik"/>
                <a:cs typeface="Rubik"/>
              </a:rPr>
              <a:t>Keep identity fields outside the modelling pipeline.</a:t>
            </a:r>
          </a:p>
        </p:txBody>
      </p:sp>
      <p:sp>
        <p:nvSpPr>
          <p:cNvPr id="7" name="">
            <a:extLst xmlns:a="http://schemas.openxmlformats.org/drawingml/2006/main">
              <a:ext uri="{FF2B5EF4-FFF2-40B4-BE49-F238E27FC236}">
                <a16:creationId xmlns:a16="http://schemas.microsoft.com/office/drawing/2014/main" id="{5B4CBF5B-DA91-492C-8DD0-5B49B28F3661}"/>
              </a:ext>
            </a:extLst>
          </p:cNvPr>
          <p:cNvSpPr>
            <a:spLocks xmlns:a="http://schemas.openxmlformats.org/drawingml/2006/main" noGrp="1"/>
          </p:cNvSpPr>
          <p:nvPr/>
        </p:nvSpPr>
        <p:spPr>
          <a:xfrm xmlns:a="http://schemas.openxmlformats.org/drawingml/2006/main">
            <a:off x="17049750" y="9382125"/>
            <a:ext cx="628650" cy="628650"/>
          </a:xfrm>
          <a:prstGeom xmlns:a="http://schemas.openxmlformats.org/drawingml/2006/main" prst="ellipse">
            <a:avLst/>
          </a:prstGeom>
          <a:solidFill xmlns:a="http://schemas.openxmlformats.org/drawingml/2006/main">
            <a:srgbClr val="07154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8E43A68-68C8-48B7-9533-54D5A75A599F}"/>
              </a:ext>
            </a:extLst>
          </p:cNvPr>
          <p:cNvSpPr>
            <a:spLocks xmlns:a="http://schemas.openxmlformats.org/drawingml/2006/main" noGrp="1"/>
          </p:cNvSpPr>
          <p:nvPr/>
        </p:nvSpPr>
        <p:spPr>
          <a:xfrm xmlns:a="http://schemas.openxmlformats.org/drawingml/2006/main">
            <a:off x="17049750" y="9467850"/>
            <a:ext cx="628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950" b="1">
                <a:solidFill>
                  <a:srgbClr val="FFFFFF"/>
                </a:solidFill>
                <a:latin typeface="Rubik"/>
                <a:ea typeface="Rubik"/>
                <a:cs typeface="Rubik"/>
              </a:defRPr>
            </a:defPPr>
          </a:lstStyle>
          <a:p xmlns:a="http://schemas.openxmlformats.org/drawingml/2006/main">
            <a:pPr algn="ctr">
              <a:defRPr sz="1950" b="1">
                <a:solidFill>
                  <a:srgbClr val="FFFFFF"/>
                </a:solidFill>
                <a:latin typeface="Rubik"/>
                <a:ea typeface="Rubik"/>
                <a:cs typeface="Rubik"/>
              </a:defRPr>
            </a:pPr>
            <a:r>
              <a:rPr sz="1950" b="1">
                <a:solidFill>
                  <a:srgbClr val="FFFFFF"/>
                </a:solidFill>
                <a:latin typeface="Rubik"/>
                <a:ea typeface="Rubik"/>
                <a:cs typeface="Rubik"/>
              </a:rPr>
              <a:t>14</a:t>
            </a:r>
          </a:p>
        </p:txBody>
      </p:sp>
    </p:spTree>
    <p:extLst>
      <p:ext uri="{BB962C8B-B14F-4D97-AF65-F5344CB8AC3E}">
        <p14:creationId xmlns:p14="http://schemas.microsoft.com/office/powerpoint/2010/main" val="1082350778"/>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5A686669-9574-4FF1-BBDB-799C8DE85D3F}"/>
              </a:ext>
            </a:extLst>
          </p:cNvPr>
          <p:cNvPicPr>
            <a:picLocks xmlns:a="http://schemas.openxmlformats.org/drawingml/2006/main" noChangeAspect="1"/>
          </p:cNvPicPr>
          <p:nvPr/>
        </p:nvPicPr>
        <p:blipFill>
          <a:blip xmlns:r="http://schemas.openxmlformats.org/officeDocument/2006/relationships" xmlns:a="http://schemas.openxmlformats.org/drawingml/2006/main" r:embed="R62de00bfbb3f4766"/>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1F8918C-B301-4212-B844-1FF8ACF8DA2C}"/>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FFFFFF"/>
              </a:gs>
              <a:gs pos="88000">
                <a:srgbClr val="FFFFFF">
                  <a:alpha val="96000"/>
                </a:srgbClr>
              </a:gs>
              <a:gs pos="100000">
                <a:srgbClr val="FFFFFF">
                  <a:alpha val="30000"/>
                </a:srgbClr>
              </a:gs>
            </a:gsLst>
            <a:lin ang="0"/>
          </a:gra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4BB21A0-D89A-4662-8106-62D291AE8FA0}"/>
              </a:ext>
            </a:extLst>
          </p:cNvPr>
          <p:cNvSpPr>
            <a:spLocks xmlns:a="http://schemas.openxmlformats.org/drawingml/2006/main" noGrp="1"/>
          </p:cNvSpPr>
          <p:nvPr/>
        </p:nvSpPr>
        <p:spPr>
          <a:xfrm xmlns:a="http://schemas.openxmlformats.org/drawingml/2006/main">
            <a:off x="1000125" y="619125"/>
            <a:ext cx="1628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150" b="0">
                <a:solidFill>
                  <a:srgbClr val="07154D"/>
                </a:solidFill>
                <a:latin typeface="Anton"/>
                <a:ea typeface="Anton"/>
                <a:cs typeface="Anton"/>
              </a:defRPr>
            </a:defPPr>
          </a:lstStyle>
          <a:p xmlns:a="http://schemas.openxmlformats.org/drawingml/2006/main">
            <a:pPr>
              <a:defRPr sz="6150" b="0">
                <a:solidFill>
                  <a:srgbClr val="07154D"/>
                </a:solidFill>
                <a:latin typeface="Anton"/>
                <a:ea typeface="Anton"/>
                <a:cs typeface="Anton"/>
              </a:defRPr>
            </a:pPr>
            <a:r>
              <a:rPr sz="6150" b="0">
                <a:solidFill>
                  <a:srgbClr val="07154D"/>
                </a:solidFill>
                <a:latin typeface="Anton"/>
                <a:ea typeface="Anton"/>
                <a:cs typeface="Anton"/>
              </a:rPr>
              <a:t>INDUSTRY EXPERT VALIDATION</a:t>
            </a:r>
          </a:p>
        </p:txBody>
      </p:sp>
      <p:sp>
        <p:nvSpPr>
          <p:cNvPr id="4" name="">
            <a:extLst xmlns:a="http://schemas.openxmlformats.org/drawingml/2006/main">
              <a:ext uri="{FF2B5EF4-FFF2-40B4-BE49-F238E27FC236}">
                <a16:creationId xmlns:a16="http://schemas.microsoft.com/office/drawing/2014/main" id="{BF015DF0-7CB1-460D-B829-AA07F0BD420B}"/>
              </a:ext>
            </a:extLst>
          </p:cNvPr>
          <p:cNvSpPr>
            <a:spLocks xmlns:a="http://schemas.openxmlformats.org/drawingml/2006/main" noGrp="1"/>
          </p:cNvSpPr>
          <p:nvPr/>
        </p:nvSpPr>
        <p:spPr>
          <a:xfrm xmlns:a="http://schemas.openxmlformats.org/drawingml/2006/main">
            <a:off x="1047750" y="2524125"/>
            <a:ext cx="15240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100" b="0">
                <a:solidFill>
                  <a:srgbClr val="0065FF"/>
                </a:solidFill>
                <a:latin typeface="Anton"/>
                <a:ea typeface="Anton"/>
                <a:cs typeface="Anton"/>
              </a:defRPr>
            </a:defPPr>
          </a:lstStyle>
          <a:p xmlns:a="http://schemas.openxmlformats.org/drawingml/2006/main">
            <a:pPr>
              <a:defRPr sz="5100" b="0">
                <a:solidFill>
                  <a:srgbClr val="0065FF"/>
                </a:solidFill>
                <a:latin typeface="Anton"/>
                <a:ea typeface="Anton"/>
                <a:cs typeface="Anton"/>
              </a:defRPr>
            </a:pPr>
            <a:r>
              <a:rPr sz="5100" b="0">
                <a:solidFill>
                  <a:srgbClr val="0065FF"/>
                </a:solidFill>
                <a:latin typeface="Anton"/>
                <a:ea typeface="Anton"/>
                <a:cs typeface="Anton"/>
              </a:rPr>
              <a:t>STATUS: PENDING</a:t>
            </a:r>
          </a:p>
        </p:txBody>
      </p:sp>
      <p:sp>
        <p:nvSpPr>
          <p:cNvPr id="5" name="">
            <a:extLst xmlns:a="http://schemas.openxmlformats.org/drawingml/2006/main">
              <a:ext uri="{FF2B5EF4-FFF2-40B4-BE49-F238E27FC236}">
                <a16:creationId xmlns:a16="http://schemas.microsoft.com/office/drawing/2014/main" id="{CA292CFE-BA40-4FC6-B7EE-D5BAF6895B08}"/>
              </a:ext>
            </a:extLst>
          </p:cNvPr>
          <p:cNvSpPr>
            <a:spLocks xmlns:a="http://schemas.openxmlformats.org/drawingml/2006/main" noGrp="1"/>
          </p:cNvSpPr>
          <p:nvPr/>
        </p:nvSpPr>
        <p:spPr>
          <a:xfrm xmlns:a="http://schemas.openxmlformats.org/drawingml/2006/main">
            <a:off x="1047750" y="3810000"/>
            <a:ext cx="15906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07154D"/>
                </a:solidFill>
                <a:latin typeface="Rubik"/>
                <a:ea typeface="Rubik"/>
                <a:cs typeface="Rubik"/>
              </a:defRPr>
            </a:defPPr>
          </a:lstStyle>
          <a:p xmlns:a="http://schemas.openxmlformats.org/drawingml/2006/main">
            <a:pPr>
              <a:defRPr sz="2400" b="0">
                <a:solidFill>
                  <a:srgbClr val="07154D"/>
                </a:solidFill>
                <a:latin typeface="Rubik"/>
                <a:ea typeface="Rubik"/>
                <a:cs typeface="Rubik"/>
              </a:defRPr>
            </a:pPr>
            <a:r>
              <a:rPr sz="2400" b="0">
                <a:solidFill>
                  <a:srgbClr val="07154D"/>
                </a:solidFill>
                <a:latin typeface="Rubik"/>
                <a:ea typeface="Rubik"/>
                <a:cs typeface="Rubik"/>
              </a:rPr>
              <a:t>No interview, survey, approval, or written expert feedback was supplied.</a:t>
            </a:r>
          </a:p>
          <a:p xmlns:a="http://schemas.openxmlformats.org/drawingml/2006/main">
            <a:pPr>
              <a:defRPr sz="2400" b="0">
                <a:solidFill>
                  <a:srgbClr val="07154D"/>
                </a:solidFill>
                <a:latin typeface="Rubik"/>
                <a:ea typeface="Rubik"/>
                <a:cs typeface="Rubik"/>
              </a:defRPr>
            </a:pPr>
            <a:r>
              <a:rPr sz="2400" b="0">
                <a:solidFill>
                  <a:srgbClr val="07154D"/>
                </a:solidFill>
                <a:latin typeface="Rubik"/>
                <a:ea typeface="Rubik"/>
                <a:cs typeface="Rubik"/>
              </a:rPr>
              <a:t>The presentation does not invent validation evidence.</a:t>
            </a:r>
          </a:p>
        </p:txBody>
      </p:sp>
      <p:sp>
        <p:nvSpPr>
          <p:cNvPr id="6" name="">
            <a:extLst xmlns:a="http://schemas.openxmlformats.org/drawingml/2006/main">
              <a:ext uri="{FF2B5EF4-FFF2-40B4-BE49-F238E27FC236}">
                <a16:creationId xmlns:a16="http://schemas.microsoft.com/office/drawing/2014/main" id="{CD26B20E-6585-4835-9750-69BA79FD9DC4}"/>
              </a:ext>
            </a:extLst>
          </p:cNvPr>
          <p:cNvSpPr>
            <a:spLocks xmlns:a="http://schemas.openxmlformats.org/drawingml/2006/main" noGrp="1"/>
          </p:cNvSpPr>
          <p:nvPr/>
        </p:nvSpPr>
        <p:spPr>
          <a:xfrm xmlns:a="http://schemas.openxmlformats.org/drawingml/2006/main">
            <a:off x="1047750" y="5667375"/>
            <a:ext cx="95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650" b="0">
                <a:solidFill>
                  <a:srgbClr val="0065FF"/>
                </a:solidFill>
                <a:latin typeface="Anton"/>
                <a:ea typeface="Anton"/>
                <a:cs typeface="Anton"/>
              </a:defRPr>
            </a:defPPr>
          </a:lstStyle>
          <a:p xmlns:a="http://schemas.openxmlformats.org/drawingml/2006/main">
            <a:pPr>
              <a:defRPr sz="4650" b="0">
                <a:solidFill>
                  <a:srgbClr val="0065FF"/>
                </a:solidFill>
                <a:latin typeface="Anton"/>
                <a:ea typeface="Anton"/>
                <a:cs typeface="Anton"/>
              </a:defRPr>
            </a:pPr>
            <a:r>
              <a:rPr sz="4650" b="0">
                <a:solidFill>
                  <a:srgbClr val="0065FF"/>
                </a:solidFill>
                <a:latin typeface="Anton"/>
                <a:ea typeface="Anton"/>
                <a:cs typeface="Anton"/>
              </a:rPr>
              <a:t>01</a:t>
            </a:r>
          </a:p>
        </p:txBody>
      </p:sp>
      <p:sp>
        <p:nvSpPr>
          <p:cNvPr id="7" name="">
            <a:extLst xmlns:a="http://schemas.openxmlformats.org/drawingml/2006/main">
              <a:ext uri="{FF2B5EF4-FFF2-40B4-BE49-F238E27FC236}">
                <a16:creationId xmlns:a16="http://schemas.microsoft.com/office/drawing/2014/main" id="{338DB8C7-D4B6-45D0-B5DD-494AE95AB48C}"/>
              </a:ext>
            </a:extLst>
          </p:cNvPr>
          <p:cNvSpPr>
            <a:spLocks xmlns:a="http://schemas.openxmlformats.org/drawingml/2006/main" noGrp="1"/>
          </p:cNvSpPr>
          <p:nvPr/>
        </p:nvSpPr>
        <p:spPr>
          <a:xfrm xmlns:a="http://schemas.openxmlformats.org/drawingml/2006/main">
            <a:off x="2047875" y="5715000"/>
            <a:ext cx="4191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7154D"/>
                </a:solidFill>
                <a:latin typeface="Rubik"/>
                <a:ea typeface="Rubik"/>
                <a:cs typeface="Rubik"/>
              </a:defRPr>
            </a:defPPr>
          </a:lstStyle>
          <a:p xmlns:a="http://schemas.openxmlformats.org/drawingml/2006/main">
            <a:pPr>
              <a:defRPr sz="2325" b="1">
                <a:solidFill>
                  <a:srgbClr val="07154D"/>
                </a:solidFill>
                <a:latin typeface="Rubik"/>
                <a:ea typeface="Rubik"/>
                <a:cs typeface="Rubik"/>
              </a:defRPr>
            </a:pPr>
            <a:r>
              <a:rPr sz="2325" b="1">
                <a:solidFill>
                  <a:srgbClr val="07154D"/>
                </a:solidFill>
                <a:latin typeface="Rubik"/>
                <a:ea typeface="Rubik"/>
                <a:cs typeface="Rubik"/>
              </a:rPr>
              <a:t>EXPERTS TO</a:t>
            </a:r>
          </a:p>
          <a:p xmlns:a="http://schemas.openxmlformats.org/drawingml/2006/main">
            <a:pPr>
              <a:defRPr sz="2325" b="1">
                <a:solidFill>
                  <a:srgbClr val="07154D"/>
                </a:solidFill>
                <a:latin typeface="Rubik"/>
                <a:ea typeface="Rubik"/>
                <a:cs typeface="Rubik"/>
              </a:defRPr>
            </a:pPr>
            <a:r>
              <a:rPr sz="2325" b="1">
                <a:solidFill>
                  <a:srgbClr val="07154D"/>
                </a:solidFill>
                <a:latin typeface="Rubik"/>
                <a:ea typeface="Rubik"/>
                <a:cs typeface="Rubik"/>
              </a:rPr>
              <a:t>CONSULT</a:t>
            </a:r>
          </a:p>
        </p:txBody>
      </p:sp>
      <p:sp>
        <p:nvSpPr>
          <p:cNvPr id="8" name="">
            <a:extLst xmlns:a="http://schemas.openxmlformats.org/drawingml/2006/main">
              <a:ext uri="{FF2B5EF4-FFF2-40B4-BE49-F238E27FC236}">
                <a16:creationId xmlns:a16="http://schemas.microsoft.com/office/drawing/2014/main" id="{B01AF80F-FA84-44EB-8427-8F4F9A2968EE}"/>
              </a:ext>
            </a:extLst>
          </p:cNvPr>
          <p:cNvSpPr>
            <a:spLocks xmlns:a="http://schemas.openxmlformats.org/drawingml/2006/main" noGrp="1"/>
          </p:cNvSpPr>
          <p:nvPr/>
        </p:nvSpPr>
        <p:spPr>
          <a:xfrm xmlns:a="http://schemas.openxmlformats.org/drawingml/2006/main">
            <a:off x="1047750" y="7000875"/>
            <a:ext cx="49530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3B506C"/>
                </a:solidFill>
                <a:latin typeface="Rubik"/>
                <a:ea typeface="Rubik"/>
                <a:cs typeface="Rubik"/>
              </a:defRPr>
            </a:defPPr>
          </a:lstStyle>
          <a:p xmlns:a="http://schemas.openxmlformats.org/drawingml/2006/main">
            <a:pPr>
              <a:defRPr sz="2175" b="0">
                <a:solidFill>
                  <a:srgbClr val="3B506C"/>
                </a:solidFill>
                <a:latin typeface="Rubik"/>
                <a:ea typeface="Rubik"/>
                <a:cs typeface="Rubik"/>
              </a:defRPr>
            </a:pPr>
            <a:r>
              <a:rPr sz="2175" b="0">
                <a:solidFill>
                  <a:srgbClr val="3B506C"/>
                </a:solidFill>
                <a:latin typeface="Rubik"/>
                <a:ea typeface="Rubik"/>
                <a:cs typeface="Rubik"/>
              </a:rPr>
              <a:t>HR manager, operations or production manager, occupational-health or wellbeing lead, data-protection or governance representative, and employee representative.</a:t>
            </a:r>
          </a:p>
        </p:txBody>
      </p:sp>
      <p:sp>
        <p:nvSpPr>
          <p:cNvPr id="9" name="">
            <a:extLst xmlns:a="http://schemas.openxmlformats.org/drawingml/2006/main">
              <a:ext uri="{FF2B5EF4-FFF2-40B4-BE49-F238E27FC236}">
                <a16:creationId xmlns:a16="http://schemas.microsoft.com/office/drawing/2014/main" id="{14F0CD9C-6274-4AF7-A77A-B76FF9E9ACA7}"/>
              </a:ext>
            </a:extLst>
          </p:cNvPr>
          <p:cNvSpPr>
            <a:spLocks xmlns:a="http://schemas.openxmlformats.org/drawingml/2006/main" noGrp="1"/>
          </p:cNvSpPr>
          <p:nvPr/>
        </p:nvSpPr>
        <p:spPr>
          <a:xfrm xmlns:a="http://schemas.openxmlformats.org/drawingml/2006/main">
            <a:off x="6667500" y="5667375"/>
            <a:ext cx="95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650" b="0">
                <a:solidFill>
                  <a:srgbClr val="0065FF"/>
                </a:solidFill>
                <a:latin typeface="Anton"/>
                <a:ea typeface="Anton"/>
                <a:cs typeface="Anton"/>
              </a:defRPr>
            </a:defPPr>
          </a:lstStyle>
          <a:p xmlns:a="http://schemas.openxmlformats.org/drawingml/2006/main">
            <a:pPr>
              <a:defRPr sz="4650" b="0">
                <a:solidFill>
                  <a:srgbClr val="0065FF"/>
                </a:solidFill>
                <a:latin typeface="Anton"/>
                <a:ea typeface="Anton"/>
                <a:cs typeface="Anton"/>
              </a:defRPr>
            </a:pPr>
            <a:r>
              <a:rPr sz="4650" b="0">
                <a:solidFill>
                  <a:srgbClr val="0065FF"/>
                </a:solidFill>
                <a:latin typeface="Anton"/>
                <a:ea typeface="Anton"/>
                <a:cs typeface="Anton"/>
              </a:rPr>
              <a:t>02</a:t>
            </a:r>
          </a:p>
        </p:txBody>
      </p:sp>
      <p:sp>
        <p:nvSpPr>
          <p:cNvPr id="10" name="">
            <a:extLst xmlns:a="http://schemas.openxmlformats.org/drawingml/2006/main">
              <a:ext uri="{FF2B5EF4-FFF2-40B4-BE49-F238E27FC236}">
                <a16:creationId xmlns:a16="http://schemas.microsoft.com/office/drawing/2014/main" id="{C4B28EAA-AFC8-490C-B9F0-4EC9DD815873}"/>
              </a:ext>
            </a:extLst>
          </p:cNvPr>
          <p:cNvSpPr>
            <a:spLocks xmlns:a="http://schemas.openxmlformats.org/drawingml/2006/main" noGrp="1"/>
          </p:cNvSpPr>
          <p:nvPr/>
        </p:nvSpPr>
        <p:spPr>
          <a:xfrm xmlns:a="http://schemas.openxmlformats.org/drawingml/2006/main">
            <a:off x="7667625" y="5715000"/>
            <a:ext cx="4191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7154D"/>
                </a:solidFill>
                <a:latin typeface="Rubik"/>
                <a:ea typeface="Rubik"/>
                <a:cs typeface="Rubik"/>
              </a:defRPr>
            </a:defPPr>
          </a:lstStyle>
          <a:p xmlns:a="http://schemas.openxmlformats.org/drawingml/2006/main">
            <a:pPr>
              <a:defRPr sz="2325" b="1">
                <a:solidFill>
                  <a:srgbClr val="07154D"/>
                </a:solidFill>
                <a:latin typeface="Rubik"/>
                <a:ea typeface="Rubik"/>
                <a:cs typeface="Rubik"/>
              </a:defRPr>
            </a:pPr>
            <a:r>
              <a:rPr sz="2325" b="1">
                <a:solidFill>
                  <a:srgbClr val="07154D"/>
                </a:solidFill>
                <a:latin typeface="Rubik"/>
                <a:ea typeface="Rubik"/>
                <a:cs typeface="Rubik"/>
              </a:rPr>
              <a:t>VALIDATION</a:t>
            </a:r>
          </a:p>
          <a:p xmlns:a="http://schemas.openxmlformats.org/drawingml/2006/main">
            <a:pPr>
              <a:defRPr sz="2325" b="1">
                <a:solidFill>
                  <a:srgbClr val="07154D"/>
                </a:solidFill>
                <a:latin typeface="Rubik"/>
                <a:ea typeface="Rubik"/>
                <a:cs typeface="Rubik"/>
              </a:defRPr>
            </a:pPr>
            <a:r>
              <a:rPr sz="2325" b="1">
                <a:solidFill>
                  <a:srgbClr val="07154D"/>
                </a:solidFill>
                <a:latin typeface="Rubik"/>
                <a:ea typeface="Rubik"/>
                <a:cs typeface="Rubik"/>
              </a:rPr>
              <a:t>QUESTIONS</a:t>
            </a:r>
          </a:p>
        </p:txBody>
      </p:sp>
      <p:sp>
        <p:nvSpPr>
          <p:cNvPr id="11" name="">
            <a:extLst xmlns:a="http://schemas.openxmlformats.org/drawingml/2006/main">
              <a:ext uri="{FF2B5EF4-FFF2-40B4-BE49-F238E27FC236}">
                <a16:creationId xmlns:a16="http://schemas.microsoft.com/office/drawing/2014/main" id="{A06DA3FA-811B-479B-A767-63FEA3C0E35A}"/>
              </a:ext>
            </a:extLst>
          </p:cNvPr>
          <p:cNvSpPr>
            <a:spLocks xmlns:a="http://schemas.openxmlformats.org/drawingml/2006/main" noGrp="1"/>
          </p:cNvSpPr>
          <p:nvPr/>
        </p:nvSpPr>
        <p:spPr>
          <a:xfrm xmlns:a="http://schemas.openxmlformats.org/drawingml/2006/main">
            <a:off x="6667500" y="7000875"/>
            <a:ext cx="49530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3B506C"/>
                </a:solidFill>
                <a:latin typeface="Rubik"/>
                <a:ea typeface="Rubik"/>
                <a:cs typeface="Rubik"/>
              </a:defRPr>
            </a:defPPr>
          </a:lstStyle>
          <a:p xmlns:a="http://schemas.openxmlformats.org/drawingml/2006/main">
            <a:pPr>
              <a:defRPr sz="2175" b="0">
                <a:solidFill>
                  <a:srgbClr val="3B506C"/>
                </a:solidFill>
                <a:latin typeface="Rubik"/>
                <a:ea typeface="Rubik"/>
                <a:cs typeface="Rubik"/>
              </a:defRPr>
            </a:pPr>
            <a:r>
              <a:rPr sz="2175" b="0">
                <a:solidFill>
                  <a:srgbClr val="3B506C"/>
                </a:solidFill>
                <a:latin typeface="Rubik"/>
                <a:ea typeface="Rubik"/>
                <a:cs typeface="Rubik"/>
              </a:rPr>
              <a:t>Are the findings plausible? Are recommended actions feasible? Could any metric create unfair or punitive outcomes? What minimum group size and access rules are acceptable?</a:t>
            </a:r>
          </a:p>
        </p:txBody>
      </p:sp>
      <p:sp>
        <p:nvSpPr>
          <p:cNvPr id="12" name="">
            <a:extLst xmlns:a="http://schemas.openxmlformats.org/drawingml/2006/main">
              <a:ext uri="{FF2B5EF4-FFF2-40B4-BE49-F238E27FC236}">
                <a16:creationId xmlns:a16="http://schemas.microsoft.com/office/drawing/2014/main" id="{ABF3B827-EADA-42B3-89CC-948D662B4E9C}"/>
              </a:ext>
            </a:extLst>
          </p:cNvPr>
          <p:cNvSpPr>
            <a:spLocks xmlns:a="http://schemas.openxmlformats.org/drawingml/2006/main" noGrp="1"/>
          </p:cNvSpPr>
          <p:nvPr/>
        </p:nvSpPr>
        <p:spPr>
          <a:xfrm xmlns:a="http://schemas.openxmlformats.org/drawingml/2006/main">
            <a:off x="12287250" y="5667375"/>
            <a:ext cx="95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650" b="0">
                <a:solidFill>
                  <a:srgbClr val="0065FF"/>
                </a:solidFill>
                <a:latin typeface="Anton"/>
                <a:ea typeface="Anton"/>
                <a:cs typeface="Anton"/>
              </a:defRPr>
            </a:defPPr>
          </a:lstStyle>
          <a:p xmlns:a="http://schemas.openxmlformats.org/drawingml/2006/main">
            <a:pPr>
              <a:defRPr sz="4650" b="0">
                <a:solidFill>
                  <a:srgbClr val="0065FF"/>
                </a:solidFill>
                <a:latin typeface="Anton"/>
                <a:ea typeface="Anton"/>
                <a:cs typeface="Anton"/>
              </a:defRPr>
            </a:pPr>
            <a:r>
              <a:rPr sz="4650" b="0">
                <a:solidFill>
                  <a:srgbClr val="0065FF"/>
                </a:solidFill>
                <a:latin typeface="Anton"/>
                <a:ea typeface="Anton"/>
                <a:cs typeface="Anton"/>
              </a:rPr>
              <a:t>03</a:t>
            </a:r>
          </a:p>
        </p:txBody>
      </p:sp>
      <p:sp>
        <p:nvSpPr>
          <p:cNvPr id="13" name="">
            <a:extLst xmlns:a="http://schemas.openxmlformats.org/drawingml/2006/main">
              <a:ext uri="{FF2B5EF4-FFF2-40B4-BE49-F238E27FC236}">
                <a16:creationId xmlns:a16="http://schemas.microsoft.com/office/drawing/2014/main" id="{7F43FE8D-61D4-4419-B9B4-17A7B314FBEC}"/>
              </a:ext>
            </a:extLst>
          </p:cNvPr>
          <p:cNvSpPr>
            <a:spLocks xmlns:a="http://schemas.openxmlformats.org/drawingml/2006/main" noGrp="1"/>
          </p:cNvSpPr>
          <p:nvPr/>
        </p:nvSpPr>
        <p:spPr>
          <a:xfrm xmlns:a="http://schemas.openxmlformats.org/drawingml/2006/main">
            <a:off x="13287375" y="5715000"/>
            <a:ext cx="4191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7154D"/>
                </a:solidFill>
                <a:latin typeface="Rubik"/>
                <a:ea typeface="Rubik"/>
                <a:cs typeface="Rubik"/>
              </a:defRPr>
            </a:defPPr>
          </a:lstStyle>
          <a:p xmlns:a="http://schemas.openxmlformats.org/drawingml/2006/main">
            <a:pPr>
              <a:defRPr sz="2325" b="1">
                <a:solidFill>
                  <a:srgbClr val="07154D"/>
                </a:solidFill>
                <a:latin typeface="Rubik"/>
                <a:ea typeface="Rubik"/>
                <a:cs typeface="Rubik"/>
              </a:defRPr>
            </a:pPr>
            <a:r>
              <a:rPr sz="2325" b="1">
                <a:solidFill>
                  <a:srgbClr val="07154D"/>
                </a:solidFill>
                <a:latin typeface="Rubik"/>
                <a:ea typeface="Rubik"/>
                <a:cs typeface="Rubik"/>
              </a:rPr>
              <a:t>EVIDENCE TO</a:t>
            </a:r>
          </a:p>
          <a:p xmlns:a="http://schemas.openxmlformats.org/drawingml/2006/main">
            <a:pPr>
              <a:defRPr sz="2325" b="1">
                <a:solidFill>
                  <a:srgbClr val="07154D"/>
                </a:solidFill>
                <a:latin typeface="Rubik"/>
                <a:ea typeface="Rubik"/>
                <a:cs typeface="Rubik"/>
              </a:defRPr>
            </a:pPr>
            <a:r>
              <a:rPr sz="2325" b="1">
                <a:solidFill>
                  <a:srgbClr val="07154D"/>
                </a:solidFill>
                <a:latin typeface="Rubik"/>
                <a:ea typeface="Rubik"/>
                <a:cs typeface="Rubik"/>
              </a:rPr>
              <a:t>RETAIN</a:t>
            </a:r>
          </a:p>
        </p:txBody>
      </p:sp>
      <p:sp>
        <p:nvSpPr>
          <p:cNvPr id="14" name="">
            <a:extLst xmlns:a="http://schemas.openxmlformats.org/drawingml/2006/main">
              <a:ext uri="{FF2B5EF4-FFF2-40B4-BE49-F238E27FC236}">
                <a16:creationId xmlns:a16="http://schemas.microsoft.com/office/drawing/2014/main" id="{35CF192E-FC4D-468B-BE10-EBBCE32E95C1}"/>
              </a:ext>
            </a:extLst>
          </p:cNvPr>
          <p:cNvSpPr>
            <a:spLocks xmlns:a="http://schemas.openxmlformats.org/drawingml/2006/main" noGrp="1"/>
          </p:cNvSpPr>
          <p:nvPr/>
        </p:nvSpPr>
        <p:spPr>
          <a:xfrm xmlns:a="http://schemas.openxmlformats.org/drawingml/2006/main">
            <a:off x="12287250" y="7000875"/>
            <a:ext cx="49530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3B506C"/>
                </a:solidFill>
                <a:latin typeface="Rubik"/>
                <a:ea typeface="Rubik"/>
                <a:cs typeface="Rubik"/>
              </a:defRPr>
            </a:defPPr>
          </a:lstStyle>
          <a:p xmlns:a="http://schemas.openxmlformats.org/drawingml/2006/main">
            <a:pPr>
              <a:defRPr sz="2175" b="0">
                <a:solidFill>
                  <a:srgbClr val="3B506C"/>
                </a:solidFill>
                <a:latin typeface="Rubik"/>
                <a:ea typeface="Rubik"/>
                <a:cs typeface="Rubik"/>
              </a:defRPr>
            </a:pPr>
            <a:r>
              <a:rPr sz="2175" b="0">
                <a:solidFill>
                  <a:srgbClr val="3B506C"/>
                </a:solidFill>
                <a:latin typeface="Rubik"/>
                <a:ea typeface="Rubik"/>
                <a:cs typeface="Rubik"/>
              </a:rPr>
              <a:t>Role and sector, date, method, anonymised feedback, decisions made, requested revisions, and sign-off status. Add this evidence before claiming industry validation.</a:t>
            </a:r>
          </a:p>
        </p:txBody>
      </p:sp>
      <p:sp>
        <p:nvSpPr>
          <p:cNvPr id="15" name="">
            <a:extLst xmlns:a="http://schemas.openxmlformats.org/drawingml/2006/main">
              <a:ext uri="{FF2B5EF4-FFF2-40B4-BE49-F238E27FC236}">
                <a16:creationId xmlns:a16="http://schemas.microsoft.com/office/drawing/2014/main" id="{5296B9B1-1EE1-4503-8970-F1DC948D1811}"/>
              </a:ext>
            </a:extLst>
          </p:cNvPr>
          <p:cNvSpPr>
            <a:spLocks xmlns:a="http://schemas.openxmlformats.org/drawingml/2006/main" noGrp="1"/>
          </p:cNvSpPr>
          <p:nvPr/>
        </p:nvSpPr>
        <p:spPr>
          <a:xfrm xmlns:a="http://schemas.openxmlformats.org/drawingml/2006/main">
            <a:off x="17049750" y="9382125"/>
            <a:ext cx="628650" cy="628650"/>
          </a:xfrm>
          <a:prstGeom xmlns:a="http://schemas.openxmlformats.org/drawingml/2006/main" prst="ellipse">
            <a:avLst/>
          </a:prstGeom>
          <a:solidFill xmlns:a="http://schemas.openxmlformats.org/drawingml/2006/main">
            <a:srgbClr val="07154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0F0BC3C-3F0C-4A61-9B40-B0708DDE2A59}"/>
              </a:ext>
            </a:extLst>
          </p:cNvPr>
          <p:cNvSpPr>
            <a:spLocks xmlns:a="http://schemas.openxmlformats.org/drawingml/2006/main" noGrp="1"/>
          </p:cNvSpPr>
          <p:nvPr/>
        </p:nvSpPr>
        <p:spPr>
          <a:xfrm xmlns:a="http://schemas.openxmlformats.org/drawingml/2006/main">
            <a:off x="17049750" y="9467850"/>
            <a:ext cx="628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950" b="1">
                <a:solidFill>
                  <a:srgbClr val="FFFFFF"/>
                </a:solidFill>
                <a:latin typeface="Rubik"/>
                <a:ea typeface="Rubik"/>
                <a:cs typeface="Rubik"/>
              </a:defRPr>
            </a:defPPr>
          </a:lstStyle>
          <a:p xmlns:a="http://schemas.openxmlformats.org/drawingml/2006/main">
            <a:pPr algn="ctr">
              <a:defRPr sz="1950" b="1">
                <a:solidFill>
                  <a:srgbClr val="FFFFFF"/>
                </a:solidFill>
                <a:latin typeface="Rubik"/>
                <a:ea typeface="Rubik"/>
                <a:cs typeface="Rubik"/>
              </a:defRPr>
            </a:pPr>
            <a:r>
              <a:rPr sz="1950" b="1">
                <a:solidFill>
                  <a:srgbClr val="FFFFFF"/>
                </a:solidFill>
                <a:latin typeface="Rubik"/>
                <a:ea typeface="Rubik"/>
                <a:cs typeface="Rubik"/>
              </a:rPr>
              <a:t>15</a:t>
            </a:r>
          </a:p>
        </p:txBody>
      </p:sp>
    </p:spTree>
    <p:extLst>
      <p:ext uri="{BB962C8B-B14F-4D97-AF65-F5344CB8AC3E}">
        <p14:creationId xmlns:p14="http://schemas.microsoft.com/office/powerpoint/2010/main" val="62522527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3EE07FB5-2DD4-4579-985D-4A63894322F6}"/>
              </a:ext>
            </a:extLst>
          </p:cNvPr>
          <p:cNvPicPr>
            <a:picLocks xmlns:a="http://schemas.openxmlformats.org/drawingml/2006/main" noChangeAspect="1"/>
          </p:cNvPicPr>
          <p:nvPr/>
        </p:nvPicPr>
        <p:blipFill>
          <a:blip xmlns:r="http://schemas.openxmlformats.org/officeDocument/2006/relationships" xmlns:a="http://schemas.openxmlformats.org/drawingml/2006/main" r:embed="Rf5c5091583d741f5"/>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8E5D465-1DAB-498A-BC4B-BB85E6D193DB}"/>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FFFFFF"/>
              </a:gs>
              <a:gs pos="78000">
                <a:srgbClr val="FFFFFF">
                  <a:alpha val="96000"/>
                </a:srgbClr>
              </a:gs>
              <a:gs pos="100000">
                <a:srgbClr val="FFFFFF">
                  <a:alpha val="20000"/>
                </a:srgbClr>
              </a:gs>
            </a:gsLst>
            <a:lin ang="0"/>
          </a:gra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0B779A8-DF2A-44AE-B580-C6BBFEA3A436}"/>
              </a:ext>
            </a:extLst>
          </p:cNvPr>
          <p:cNvSpPr>
            <a:spLocks xmlns:a="http://schemas.openxmlformats.org/drawingml/2006/main" noGrp="1"/>
          </p:cNvSpPr>
          <p:nvPr/>
        </p:nvSpPr>
        <p:spPr>
          <a:xfrm xmlns:a="http://schemas.openxmlformats.org/drawingml/2006/main">
            <a:off x="1000125" y="523875"/>
            <a:ext cx="16192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0">
                <a:solidFill>
                  <a:srgbClr val="07154D"/>
                </a:solidFill>
                <a:latin typeface="Anton"/>
                <a:ea typeface="Anton"/>
                <a:cs typeface="Anton"/>
              </a:defRPr>
            </a:defPPr>
          </a:lstStyle>
          <a:p xmlns:a="http://schemas.openxmlformats.org/drawingml/2006/main">
            <a:pPr>
              <a:defRPr sz="5700" b="0">
                <a:solidFill>
                  <a:srgbClr val="07154D"/>
                </a:solidFill>
                <a:latin typeface="Anton"/>
                <a:ea typeface="Anton"/>
                <a:cs typeface="Anton"/>
              </a:defRPr>
            </a:pPr>
            <a:r>
              <a:rPr sz="5700" b="0">
                <a:solidFill>
                  <a:srgbClr val="07154D"/>
                </a:solidFill>
                <a:latin typeface="Anton"/>
                <a:ea typeface="Anton"/>
                <a:cs typeface="Anton"/>
              </a:rPr>
              <a:t>FINAL CONSULTANCY</a:t>
            </a:r>
          </a:p>
          <a:p xmlns:a="http://schemas.openxmlformats.org/drawingml/2006/main">
            <a:pPr>
              <a:defRPr sz="5700" b="0">
                <a:solidFill>
                  <a:srgbClr val="07154D"/>
                </a:solidFill>
                <a:latin typeface="Anton"/>
                <a:ea typeface="Anton"/>
                <a:cs typeface="Anton"/>
              </a:defRPr>
            </a:pPr>
            <a:r>
              <a:rPr sz="5700" b="0">
                <a:solidFill>
                  <a:srgbClr val="07154D"/>
                </a:solidFill>
                <a:latin typeface="Anton"/>
                <a:ea typeface="Anton"/>
                <a:cs typeface="Anton"/>
              </a:rPr>
              <a:t>RECOMMENDATIONS</a:t>
            </a:r>
          </a:p>
        </p:txBody>
      </p:sp>
      <p:sp>
        <p:nvSpPr>
          <p:cNvPr id="4" name="">
            <a:extLst xmlns:a="http://schemas.openxmlformats.org/drawingml/2006/main">
              <a:ext uri="{FF2B5EF4-FFF2-40B4-BE49-F238E27FC236}">
                <a16:creationId xmlns:a16="http://schemas.microsoft.com/office/drawing/2014/main" id="{4CC007DF-5639-4C1C-BE20-79B6D3B37116}"/>
              </a:ext>
            </a:extLst>
          </p:cNvPr>
          <p:cNvSpPr>
            <a:spLocks xmlns:a="http://schemas.openxmlformats.org/drawingml/2006/main" noGrp="1"/>
          </p:cNvSpPr>
          <p:nvPr/>
        </p:nvSpPr>
        <p:spPr>
          <a:xfrm xmlns:a="http://schemas.openxmlformats.org/drawingml/2006/main">
            <a:off x="1047750" y="2762250"/>
            <a:ext cx="647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0065FF"/>
                </a:solidFill>
                <a:latin typeface="Rubik"/>
                <a:ea typeface="Rubik"/>
                <a:cs typeface="Rubik"/>
              </a:defRPr>
            </a:defPPr>
          </a:lstStyle>
          <a:p xmlns:a="http://schemas.openxmlformats.org/drawingml/2006/main">
            <a:pPr>
              <a:defRPr sz="2475" b="1">
                <a:solidFill>
                  <a:srgbClr val="0065FF"/>
                </a:solidFill>
                <a:latin typeface="Rubik"/>
                <a:ea typeface="Rubik"/>
                <a:cs typeface="Rubik"/>
              </a:defRPr>
            </a:pPr>
            <a:r>
              <a:rPr sz="2475" b="1">
                <a:solidFill>
                  <a:srgbClr val="0065FF"/>
                </a:solidFill>
                <a:latin typeface="Rubik"/>
                <a:ea typeface="Rubik"/>
                <a:cs typeface="Rubik"/>
              </a:rPr>
              <a:t>IMMEDIATE ACTIONS</a:t>
            </a:r>
          </a:p>
        </p:txBody>
      </p:sp>
      <p:sp>
        <p:nvSpPr>
          <p:cNvPr id="5" name="">
            <a:extLst xmlns:a="http://schemas.openxmlformats.org/drawingml/2006/main">
              <a:ext uri="{FF2B5EF4-FFF2-40B4-BE49-F238E27FC236}">
                <a16:creationId xmlns:a16="http://schemas.microsoft.com/office/drawing/2014/main" id="{BA39DF3E-0650-4ED1-83E7-41F86F8F64D5}"/>
              </a:ext>
            </a:extLst>
          </p:cNvPr>
          <p:cNvSpPr>
            <a:spLocks xmlns:a="http://schemas.openxmlformats.org/drawingml/2006/main" noGrp="1"/>
          </p:cNvSpPr>
          <p:nvPr/>
        </p:nvSpPr>
        <p:spPr>
          <a:xfrm xmlns:a="http://schemas.openxmlformats.org/drawingml/2006/main">
            <a:off x="1047750" y="347662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0065FF"/>
                </a:solidFill>
                <a:latin typeface="Anton"/>
                <a:ea typeface="Anton"/>
                <a:cs typeface="Anton"/>
              </a:defRPr>
            </a:defPPr>
          </a:lstStyle>
          <a:p xmlns:a="http://schemas.openxmlformats.org/drawingml/2006/main">
            <a:pPr>
              <a:defRPr sz="2400" b="0">
                <a:solidFill>
                  <a:srgbClr val="0065FF"/>
                </a:solidFill>
                <a:latin typeface="Anton"/>
                <a:ea typeface="Anton"/>
                <a:cs typeface="Anton"/>
              </a:defRPr>
            </a:pPr>
            <a:r>
              <a:rPr sz="2400" b="0">
                <a:solidFill>
                  <a:srgbClr val="0065FF"/>
                </a:solidFill>
                <a:latin typeface="Anton"/>
                <a:ea typeface="Anton"/>
                <a:cs typeface="Anton"/>
              </a:rPr>
              <a:t>01</a:t>
            </a:r>
          </a:p>
        </p:txBody>
      </p:sp>
      <p:sp>
        <p:nvSpPr>
          <p:cNvPr id="6" name="">
            <a:extLst xmlns:a="http://schemas.openxmlformats.org/drawingml/2006/main">
              <a:ext uri="{FF2B5EF4-FFF2-40B4-BE49-F238E27FC236}">
                <a16:creationId xmlns:a16="http://schemas.microsoft.com/office/drawing/2014/main" id="{FEA1CF8F-D7B9-4C2C-9208-92A5FBAB7707}"/>
              </a:ext>
            </a:extLst>
          </p:cNvPr>
          <p:cNvSpPr>
            <a:spLocks xmlns:a="http://schemas.openxmlformats.org/drawingml/2006/main" noGrp="1"/>
          </p:cNvSpPr>
          <p:nvPr/>
        </p:nvSpPr>
        <p:spPr>
          <a:xfrm xmlns:a="http://schemas.openxmlformats.org/drawingml/2006/main">
            <a:off x="1809750" y="3505200"/>
            <a:ext cx="571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07154D"/>
                </a:solidFill>
                <a:latin typeface="Rubik"/>
                <a:ea typeface="Rubik"/>
                <a:cs typeface="Rubik"/>
              </a:defRPr>
            </a:defPPr>
          </a:lstStyle>
          <a:p xmlns:a="http://schemas.openxmlformats.org/drawingml/2006/main">
            <a:pPr>
              <a:defRPr sz="2100" b="0">
                <a:solidFill>
                  <a:srgbClr val="07154D"/>
                </a:solidFill>
                <a:latin typeface="Rubik"/>
                <a:ea typeface="Rubik"/>
                <a:cs typeface="Rubik"/>
              </a:defRPr>
            </a:pPr>
            <a:r>
              <a:rPr sz="2100" b="0">
                <a:solidFill>
                  <a:srgbClr val="07154D"/>
                </a:solidFill>
                <a:latin typeface="Rubik"/>
                <a:ea typeface="Rubik"/>
                <a:cs typeface="Rubik"/>
              </a:rPr>
              <a:t>Repair or quarantine the 34 implausible ages and one service-age inconsistency</a:t>
            </a:r>
          </a:p>
        </p:txBody>
      </p:sp>
      <p:sp>
        <p:nvSpPr>
          <p:cNvPr id="7" name="">
            <a:extLst xmlns:a="http://schemas.openxmlformats.org/drawingml/2006/main">
              <a:ext uri="{FF2B5EF4-FFF2-40B4-BE49-F238E27FC236}">
                <a16:creationId xmlns:a16="http://schemas.microsoft.com/office/drawing/2014/main" id="{E54824CE-816E-40A6-B492-8C3CC949100B}"/>
              </a:ext>
            </a:extLst>
          </p:cNvPr>
          <p:cNvSpPr>
            <a:spLocks xmlns:a="http://schemas.openxmlformats.org/drawingml/2006/main" noGrp="1"/>
          </p:cNvSpPr>
          <p:nvPr/>
        </p:nvSpPr>
        <p:spPr>
          <a:xfrm xmlns:a="http://schemas.openxmlformats.org/drawingml/2006/main">
            <a:off x="1047750" y="442912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0065FF"/>
                </a:solidFill>
                <a:latin typeface="Anton"/>
                <a:ea typeface="Anton"/>
                <a:cs typeface="Anton"/>
              </a:defRPr>
            </a:defPPr>
          </a:lstStyle>
          <a:p xmlns:a="http://schemas.openxmlformats.org/drawingml/2006/main">
            <a:pPr>
              <a:defRPr sz="2400" b="0">
                <a:solidFill>
                  <a:srgbClr val="0065FF"/>
                </a:solidFill>
                <a:latin typeface="Anton"/>
                <a:ea typeface="Anton"/>
                <a:cs typeface="Anton"/>
              </a:defRPr>
            </a:pPr>
            <a:r>
              <a:rPr sz="2400" b="0">
                <a:solidFill>
                  <a:srgbClr val="0065FF"/>
                </a:solidFill>
                <a:latin typeface="Anton"/>
                <a:ea typeface="Anton"/>
                <a:cs typeface="Anton"/>
              </a:rPr>
              <a:t>02</a:t>
            </a:r>
          </a:p>
        </p:txBody>
      </p:sp>
      <p:sp>
        <p:nvSpPr>
          <p:cNvPr id="8" name="">
            <a:extLst xmlns:a="http://schemas.openxmlformats.org/drawingml/2006/main">
              <a:ext uri="{FF2B5EF4-FFF2-40B4-BE49-F238E27FC236}">
                <a16:creationId xmlns:a16="http://schemas.microsoft.com/office/drawing/2014/main" id="{47BB3A56-2F03-4A85-BCC2-7770E3535029}"/>
              </a:ext>
            </a:extLst>
          </p:cNvPr>
          <p:cNvSpPr>
            <a:spLocks xmlns:a="http://schemas.openxmlformats.org/drawingml/2006/main" noGrp="1"/>
          </p:cNvSpPr>
          <p:nvPr/>
        </p:nvSpPr>
        <p:spPr>
          <a:xfrm xmlns:a="http://schemas.openxmlformats.org/drawingml/2006/main">
            <a:off x="1809750" y="4457700"/>
            <a:ext cx="5715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07154D"/>
                </a:solidFill>
                <a:latin typeface="Rubik"/>
                <a:ea typeface="Rubik"/>
                <a:cs typeface="Rubik"/>
              </a:defRPr>
            </a:defPPr>
          </a:lstStyle>
          <a:p xmlns:a="http://schemas.openxmlformats.org/drawingml/2006/main">
            <a:pPr>
              <a:defRPr sz="2100" b="0">
                <a:solidFill>
                  <a:srgbClr val="07154D"/>
                </a:solidFill>
                <a:latin typeface="Rubik"/>
                <a:ea typeface="Rubik"/>
                <a:cs typeface="Rubik"/>
              </a:defRPr>
            </a:pPr>
            <a:r>
              <a:rPr sz="2100" b="0">
                <a:solidFill>
                  <a:srgbClr val="07154D"/>
                </a:solidFill>
                <a:latin typeface="Rubik"/>
                <a:ea typeface="Rubik"/>
                <a:cs typeface="Rubik"/>
              </a:rPr>
              <a:t>Keep identity fields audit-only</a:t>
            </a:r>
          </a:p>
        </p:txBody>
      </p:sp>
      <p:sp>
        <p:nvSpPr>
          <p:cNvPr id="9" name="">
            <a:extLst xmlns:a="http://schemas.openxmlformats.org/drawingml/2006/main">
              <a:ext uri="{FF2B5EF4-FFF2-40B4-BE49-F238E27FC236}">
                <a16:creationId xmlns:a16="http://schemas.microsoft.com/office/drawing/2014/main" id="{A5B84CBD-EA20-4C76-ACE6-D8A2BF5F14EC}"/>
              </a:ext>
            </a:extLst>
          </p:cNvPr>
          <p:cNvSpPr>
            <a:spLocks xmlns:a="http://schemas.openxmlformats.org/drawingml/2006/main" noGrp="1"/>
          </p:cNvSpPr>
          <p:nvPr/>
        </p:nvSpPr>
        <p:spPr>
          <a:xfrm xmlns:a="http://schemas.openxmlformats.org/drawingml/2006/main">
            <a:off x="1047750" y="509587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0065FF"/>
                </a:solidFill>
                <a:latin typeface="Anton"/>
                <a:ea typeface="Anton"/>
                <a:cs typeface="Anton"/>
              </a:defRPr>
            </a:defPPr>
          </a:lstStyle>
          <a:p xmlns:a="http://schemas.openxmlformats.org/drawingml/2006/main">
            <a:pPr>
              <a:defRPr sz="2400" b="0">
                <a:solidFill>
                  <a:srgbClr val="0065FF"/>
                </a:solidFill>
                <a:latin typeface="Anton"/>
                <a:ea typeface="Anton"/>
                <a:cs typeface="Anton"/>
              </a:defRPr>
            </a:pPr>
            <a:r>
              <a:rPr sz="2400" b="0">
                <a:solidFill>
                  <a:srgbClr val="0065FF"/>
                </a:solidFill>
                <a:latin typeface="Anton"/>
                <a:ea typeface="Anton"/>
                <a:cs typeface="Anton"/>
              </a:rPr>
              <a:t>03</a:t>
            </a:r>
          </a:p>
        </p:txBody>
      </p:sp>
      <p:sp>
        <p:nvSpPr>
          <p:cNvPr id="10" name="">
            <a:extLst xmlns:a="http://schemas.openxmlformats.org/drawingml/2006/main">
              <a:ext uri="{FF2B5EF4-FFF2-40B4-BE49-F238E27FC236}">
                <a16:creationId xmlns:a16="http://schemas.microsoft.com/office/drawing/2014/main" id="{0E99BF52-39E9-451D-9205-6456F6B59C94}"/>
              </a:ext>
            </a:extLst>
          </p:cNvPr>
          <p:cNvSpPr>
            <a:spLocks xmlns:a="http://schemas.openxmlformats.org/drawingml/2006/main" noGrp="1"/>
          </p:cNvSpPr>
          <p:nvPr/>
        </p:nvSpPr>
        <p:spPr>
          <a:xfrm xmlns:a="http://schemas.openxmlformats.org/drawingml/2006/main">
            <a:off x="1809750" y="5124450"/>
            <a:ext cx="5715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07154D"/>
                </a:solidFill>
                <a:latin typeface="Rubik"/>
                <a:ea typeface="Rubik"/>
                <a:cs typeface="Rubik"/>
              </a:defRPr>
            </a:defPPr>
          </a:lstStyle>
          <a:p xmlns:a="http://schemas.openxmlformats.org/drawingml/2006/main">
            <a:pPr>
              <a:defRPr sz="2100" b="0">
                <a:solidFill>
                  <a:srgbClr val="07154D"/>
                </a:solidFill>
                <a:latin typeface="Rubik"/>
                <a:ea typeface="Rubik"/>
                <a:cs typeface="Rubik"/>
              </a:defRPr>
            </a:pPr>
            <a:r>
              <a:rPr sz="2100" b="0">
                <a:solidFill>
                  <a:srgbClr val="07154D"/>
                </a:solidFill>
                <a:latin typeface="Rubik"/>
                <a:ea typeface="Rubik"/>
                <a:cs typeface="Rubik"/>
              </a:rPr>
              <a:t>Monitor absence at department or unit level</a:t>
            </a:r>
          </a:p>
        </p:txBody>
      </p:sp>
      <p:sp>
        <p:nvSpPr>
          <p:cNvPr id="11" name="">
            <a:extLst xmlns:a="http://schemas.openxmlformats.org/drawingml/2006/main">
              <a:ext uri="{FF2B5EF4-FFF2-40B4-BE49-F238E27FC236}">
                <a16:creationId xmlns:a16="http://schemas.microsoft.com/office/drawing/2014/main" id="{0C34A6EB-D582-4BB6-9937-CE9B1875F6CB}"/>
              </a:ext>
            </a:extLst>
          </p:cNvPr>
          <p:cNvSpPr>
            <a:spLocks xmlns:a="http://schemas.openxmlformats.org/drawingml/2006/main" noGrp="1"/>
          </p:cNvSpPr>
          <p:nvPr/>
        </p:nvSpPr>
        <p:spPr>
          <a:xfrm xmlns:a="http://schemas.openxmlformats.org/drawingml/2006/main">
            <a:off x="1047750" y="576262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0065FF"/>
                </a:solidFill>
                <a:latin typeface="Anton"/>
                <a:ea typeface="Anton"/>
                <a:cs typeface="Anton"/>
              </a:defRPr>
            </a:defPPr>
          </a:lstStyle>
          <a:p xmlns:a="http://schemas.openxmlformats.org/drawingml/2006/main">
            <a:pPr>
              <a:defRPr sz="2400" b="0">
                <a:solidFill>
                  <a:srgbClr val="0065FF"/>
                </a:solidFill>
                <a:latin typeface="Anton"/>
                <a:ea typeface="Anton"/>
                <a:cs typeface="Anton"/>
              </a:defRPr>
            </a:pPr>
            <a:r>
              <a:rPr sz="2400" b="0">
                <a:solidFill>
                  <a:srgbClr val="0065FF"/>
                </a:solidFill>
                <a:latin typeface="Anton"/>
                <a:ea typeface="Anton"/>
                <a:cs typeface="Anton"/>
              </a:rPr>
              <a:t>04</a:t>
            </a:r>
          </a:p>
        </p:txBody>
      </p:sp>
      <p:sp>
        <p:nvSpPr>
          <p:cNvPr id="12" name="">
            <a:extLst xmlns:a="http://schemas.openxmlformats.org/drawingml/2006/main">
              <a:ext uri="{FF2B5EF4-FFF2-40B4-BE49-F238E27FC236}">
                <a16:creationId xmlns:a16="http://schemas.microsoft.com/office/drawing/2014/main" id="{157BB349-8A58-45D0-9E0B-39AE2A73BC6E}"/>
              </a:ext>
            </a:extLst>
          </p:cNvPr>
          <p:cNvSpPr>
            <a:spLocks xmlns:a="http://schemas.openxmlformats.org/drawingml/2006/main" noGrp="1"/>
          </p:cNvSpPr>
          <p:nvPr/>
        </p:nvSpPr>
        <p:spPr>
          <a:xfrm xmlns:a="http://schemas.openxmlformats.org/drawingml/2006/main">
            <a:off x="1809750" y="5791200"/>
            <a:ext cx="5715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07154D"/>
                </a:solidFill>
                <a:latin typeface="Rubik"/>
                <a:ea typeface="Rubik"/>
                <a:cs typeface="Rubik"/>
              </a:defRPr>
            </a:defPPr>
          </a:lstStyle>
          <a:p xmlns:a="http://schemas.openxmlformats.org/drawingml/2006/main">
            <a:pPr>
              <a:defRPr sz="2100" b="0">
                <a:solidFill>
                  <a:srgbClr val="07154D"/>
                </a:solidFill>
                <a:latin typeface="Rubik"/>
                <a:ea typeface="Rubik"/>
                <a:cs typeface="Rubik"/>
              </a:defRPr>
            </a:pPr>
            <a:r>
              <a:rPr sz="2100" b="0">
                <a:solidFill>
                  <a:srgbClr val="07154D"/>
                </a:solidFill>
                <a:latin typeface="Rubik"/>
                <a:ea typeface="Rubik"/>
                <a:cs typeface="Rubik"/>
              </a:rPr>
              <a:t>Pair statistical significance with effect size and uncertainty</a:t>
            </a:r>
          </a:p>
        </p:txBody>
      </p:sp>
      <p:sp>
        <p:nvSpPr>
          <p:cNvPr id="13" name="">
            <a:extLst xmlns:a="http://schemas.openxmlformats.org/drawingml/2006/main">
              <a:ext uri="{FF2B5EF4-FFF2-40B4-BE49-F238E27FC236}">
                <a16:creationId xmlns:a16="http://schemas.microsoft.com/office/drawing/2014/main" id="{819365F2-85D8-4AEF-9DE4-620E054D9925}"/>
              </a:ext>
            </a:extLst>
          </p:cNvPr>
          <p:cNvSpPr>
            <a:spLocks xmlns:a="http://schemas.openxmlformats.org/drawingml/2006/main" noGrp="1"/>
          </p:cNvSpPr>
          <p:nvPr/>
        </p:nvSpPr>
        <p:spPr>
          <a:xfrm xmlns:a="http://schemas.openxmlformats.org/drawingml/2006/main">
            <a:off x="8477250" y="2762250"/>
            <a:ext cx="714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0065FF"/>
                </a:solidFill>
                <a:latin typeface="Rubik"/>
                <a:ea typeface="Rubik"/>
                <a:cs typeface="Rubik"/>
              </a:defRPr>
            </a:defPPr>
          </a:lstStyle>
          <a:p xmlns:a="http://schemas.openxmlformats.org/drawingml/2006/main">
            <a:pPr>
              <a:defRPr sz="2475" b="1">
                <a:solidFill>
                  <a:srgbClr val="0065FF"/>
                </a:solidFill>
                <a:latin typeface="Rubik"/>
                <a:ea typeface="Rubik"/>
                <a:cs typeface="Rubik"/>
              </a:defRPr>
            </a:pPr>
            <a:r>
              <a:rPr sz="2475" b="1">
                <a:solidFill>
                  <a:srgbClr val="0065FF"/>
                </a:solidFill>
                <a:latin typeface="Rubik"/>
                <a:ea typeface="Rubik"/>
                <a:cs typeface="Rubik"/>
              </a:rPr>
              <a:t>MODELLING AND GOVERNANCE</a:t>
            </a:r>
          </a:p>
        </p:txBody>
      </p:sp>
      <p:sp>
        <p:nvSpPr>
          <p:cNvPr id="14" name="">
            <a:extLst xmlns:a="http://schemas.openxmlformats.org/drawingml/2006/main">
              <a:ext uri="{FF2B5EF4-FFF2-40B4-BE49-F238E27FC236}">
                <a16:creationId xmlns:a16="http://schemas.microsoft.com/office/drawing/2014/main" id="{0B02326D-2936-4332-88E7-976359E3D195}"/>
              </a:ext>
            </a:extLst>
          </p:cNvPr>
          <p:cNvSpPr>
            <a:spLocks xmlns:a="http://schemas.openxmlformats.org/drawingml/2006/main" noGrp="1"/>
          </p:cNvSpPr>
          <p:nvPr/>
        </p:nvSpPr>
        <p:spPr>
          <a:xfrm xmlns:a="http://schemas.openxmlformats.org/drawingml/2006/main">
            <a:off x="8477250" y="3524250"/>
            <a:ext cx="63817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3B506C"/>
                </a:solidFill>
                <a:latin typeface="Rubik"/>
                <a:ea typeface="Rubik"/>
                <a:cs typeface="Rubik"/>
              </a:defRPr>
            </a:defPPr>
          </a:lstStyle>
          <a:p xmlns:a="http://schemas.openxmlformats.org/drawingml/2006/main">
            <a:pPr>
              <a:defRPr sz="2175" b="0">
                <a:solidFill>
                  <a:srgbClr val="3B506C"/>
                </a:solidFill>
                <a:latin typeface="Rubik"/>
                <a:ea typeface="Rubik"/>
                <a:cs typeface="Rubik"/>
              </a:defRPr>
            </a:pPr>
            <a:r>
              <a:rPr sz="2175" b="0">
                <a:solidFill>
                  <a:srgbClr val="3B506C"/>
                </a:solidFill>
                <a:latin typeface="Rubik"/>
                <a:ea typeface="Rubik"/>
                <a:cs typeface="Rubik"/>
              </a:rPr>
              <a:t>Use robust OLS for explanation and LASSO or Elastic Net as predictive benchmarks. Repeat sensitivity checks, monitor drift and subgroup error, document purpose and access, and prohibit punitive individual use.</a:t>
            </a:r>
          </a:p>
        </p:txBody>
      </p:sp>
      <p:sp>
        <p:nvSpPr>
          <p:cNvPr id="15" name="">
            <a:extLst xmlns:a="http://schemas.openxmlformats.org/drawingml/2006/main">
              <a:ext uri="{FF2B5EF4-FFF2-40B4-BE49-F238E27FC236}">
                <a16:creationId xmlns:a16="http://schemas.microsoft.com/office/drawing/2014/main" id="{0A5940E9-802D-40F3-BFBB-1DD37A630590}"/>
              </a:ext>
            </a:extLst>
          </p:cNvPr>
          <p:cNvSpPr>
            <a:spLocks xmlns:a="http://schemas.openxmlformats.org/drawingml/2006/main" noGrp="1"/>
          </p:cNvSpPr>
          <p:nvPr/>
        </p:nvSpPr>
        <p:spPr>
          <a:xfrm xmlns:a="http://schemas.openxmlformats.org/drawingml/2006/main">
            <a:off x="1047750" y="6953250"/>
            <a:ext cx="657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0065FF"/>
                </a:solidFill>
                <a:latin typeface="Rubik"/>
                <a:ea typeface="Rubik"/>
                <a:cs typeface="Rubik"/>
              </a:defRPr>
            </a:defPPr>
          </a:lstStyle>
          <a:p xmlns:a="http://schemas.openxmlformats.org/drawingml/2006/main">
            <a:pPr>
              <a:defRPr sz="2475" b="1">
                <a:solidFill>
                  <a:srgbClr val="0065FF"/>
                </a:solidFill>
                <a:latin typeface="Rubik"/>
                <a:ea typeface="Rubik"/>
                <a:cs typeface="Rubik"/>
              </a:defRPr>
            </a:pPr>
            <a:r>
              <a:rPr sz="2475" b="1">
                <a:solidFill>
                  <a:srgbClr val="0065FF"/>
                </a:solidFill>
                <a:latin typeface="Rubik"/>
                <a:ea typeface="Rubik"/>
                <a:cs typeface="Rubik"/>
              </a:rPr>
              <a:t>NEXT EVIDENCE</a:t>
            </a:r>
          </a:p>
        </p:txBody>
      </p:sp>
      <p:sp>
        <p:nvSpPr>
          <p:cNvPr id="16" name="">
            <a:extLst xmlns:a="http://schemas.openxmlformats.org/drawingml/2006/main">
              <a:ext uri="{FF2B5EF4-FFF2-40B4-BE49-F238E27FC236}">
                <a16:creationId xmlns:a16="http://schemas.microsoft.com/office/drawing/2014/main" id="{57536E03-2594-4E01-B80D-0AC4BB230E1E}"/>
              </a:ext>
            </a:extLst>
          </p:cNvPr>
          <p:cNvSpPr>
            <a:spLocks xmlns:a="http://schemas.openxmlformats.org/drawingml/2006/main" noGrp="1"/>
          </p:cNvSpPr>
          <p:nvPr/>
        </p:nvSpPr>
        <p:spPr>
          <a:xfrm xmlns:a="http://schemas.openxmlformats.org/drawingml/2006/main">
            <a:off x="1047750" y="7715250"/>
            <a:ext cx="64770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3B506C"/>
                </a:solidFill>
                <a:latin typeface="Rubik"/>
                <a:ea typeface="Rubik"/>
                <a:cs typeface="Rubik"/>
              </a:defRPr>
            </a:defPPr>
          </a:lstStyle>
          <a:p xmlns:a="http://schemas.openxmlformats.org/drawingml/2006/main">
            <a:pPr>
              <a:defRPr sz="2175" b="0">
                <a:solidFill>
                  <a:srgbClr val="3B506C"/>
                </a:solidFill>
                <a:latin typeface="Rubik"/>
                <a:ea typeface="Rubik"/>
                <a:cs typeface="Rubik"/>
              </a:defRPr>
            </a:pPr>
            <a:r>
              <a:rPr sz="2175" b="0">
                <a:solidFill>
                  <a:srgbClr val="3B506C"/>
                </a:solidFill>
                <a:latin typeface="Rubik"/>
                <a:ea typeface="Rubik"/>
                <a:cs typeface="Rubik"/>
              </a:rPr>
              <a:t>Collect valid dates for time-series analysis. Conduct an ethically approved supportive trial where feasible. Fit a hierarchical Bayesian model only when it adds decision value. Complete and document expert validation.</a:t>
            </a:r>
          </a:p>
        </p:txBody>
      </p:sp>
      <p:sp>
        <p:nvSpPr>
          <p:cNvPr id="17" name="">
            <a:extLst xmlns:a="http://schemas.openxmlformats.org/drawingml/2006/main">
              <a:ext uri="{FF2B5EF4-FFF2-40B4-BE49-F238E27FC236}">
                <a16:creationId xmlns:a16="http://schemas.microsoft.com/office/drawing/2014/main" id="{F9917B41-4849-4851-B552-446D3BA7E431}"/>
              </a:ext>
            </a:extLst>
          </p:cNvPr>
          <p:cNvSpPr>
            <a:spLocks xmlns:a="http://schemas.openxmlformats.org/drawingml/2006/main" noGrp="1"/>
          </p:cNvSpPr>
          <p:nvPr/>
        </p:nvSpPr>
        <p:spPr>
          <a:xfrm xmlns:a="http://schemas.openxmlformats.org/drawingml/2006/main">
            <a:off x="8477250" y="6953250"/>
            <a:ext cx="704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0065FF"/>
                </a:solidFill>
                <a:latin typeface="Rubik"/>
                <a:ea typeface="Rubik"/>
                <a:cs typeface="Rubik"/>
              </a:defRPr>
            </a:defPPr>
          </a:lstStyle>
          <a:p xmlns:a="http://schemas.openxmlformats.org/drawingml/2006/main">
            <a:pPr>
              <a:defRPr sz="2475" b="1">
                <a:solidFill>
                  <a:srgbClr val="0065FF"/>
                </a:solidFill>
                <a:latin typeface="Rubik"/>
                <a:ea typeface="Rubik"/>
                <a:cs typeface="Rubik"/>
              </a:defRPr>
            </a:pPr>
            <a:r>
              <a:rPr sz="2475" b="1">
                <a:solidFill>
                  <a:srgbClr val="0065FF"/>
                </a:solidFill>
                <a:latin typeface="Rubik"/>
                <a:ea typeface="Rubik"/>
                <a:cs typeface="Rubik"/>
              </a:rPr>
              <a:t>BOTTOM LINE</a:t>
            </a:r>
          </a:p>
        </p:txBody>
      </p:sp>
      <p:sp>
        <p:nvSpPr>
          <p:cNvPr id="18" name="">
            <a:extLst xmlns:a="http://schemas.openxmlformats.org/drawingml/2006/main">
              <a:ext uri="{FF2B5EF4-FFF2-40B4-BE49-F238E27FC236}">
                <a16:creationId xmlns:a16="http://schemas.microsoft.com/office/drawing/2014/main" id="{83176B58-9221-4E92-B095-3C3D81ABD3A9}"/>
              </a:ext>
            </a:extLst>
          </p:cNvPr>
          <p:cNvSpPr>
            <a:spLocks xmlns:a="http://schemas.openxmlformats.org/drawingml/2006/main" noGrp="1"/>
          </p:cNvSpPr>
          <p:nvPr/>
        </p:nvSpPr>
        <p:spPr>
          <a:xfrm xmlns:a="http://schemas.openxmlformats.org/drawingml/2006/main">
            <a:off x="8477250" y="7715250"/>
            <a:ext cx="6381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7154D"/>
                </a:solidFill>
                <a:latin typeface="Rubik"/>
                <a:ea typeface="Rubik"/>
                <a:cs typeface="Rubik"/>
              </a:defRPr>
            </a:defPPr>
          </a:lstStyle>
          <a:p xmlns:a="http://schemas.openxmlformats.org/drawingml/2006/main">
            <a:pPr>
              <a:defRPr sz="2325" b="1">
                <a:solidFill>
                  <a:srgbClr val="07154D"/>
                </a:solidFill>
                <a:latin typeface="Rubik"/>
                <a:ea typeface="Rubik"/>
                <a:cs typeface="Rubik"/>
              </a:defRPr>
            </a:pPr>
            <a:r>
              <a:rPr sz="2325" b="1">
                <a:solidFill>
                  <a:srgbClr val="07154D"/>
                </a:solidFill>
                <a:latin typeface="Rubik"/>
                <a:ea typeface="Rubik"/>
                <a:cs typeface="Rubik"/>
              </a:rPr>
              <a:t>The evidence supports aggregate workforce planning and targeted support. It does not support causal claims or automatic decisions about individual employees.</a:t>
            </a:r>
          </a:p>
        </p:txBody>
      </p:sp>
      <p:sp>
        <p:nvSpPr>
          <p:cNvPr id="19" name="">
            <a:extLst xmlns:a="http://schemas.openxmlformats.org/drawingml/2006/main">
              <a:ext uri="{FF2B5EF4-FFF2-40B4-BE49-F238E27FC236}">
                <a16:creationId xmlns:a16="http://schemas.microsoft.com/office/drawing/2014/main" id="{D3DD2323-30C0-4724-BE26-C151080476A4}"/>
              </a:ext>
            </a:extLst>
          </p:cNvPr>
          <p:cNvSpPr>
            <a:spLocks xmlns:a="http://schemas.openxmlformats.org/drawingml/2006/main" noGrp="1"/>
          </p:cNvSpPr>
          <p:nvPr/>
        </p:nvSpPr>
        <p:spPr>
          <a:xfrm xmlns:a="http://schemas.openxmlformats.org/drawingml/2006/main">
            <a:off x="17049750" y="9382125"/>
            <a:ext cx="628650" cy="628650"/>
          </a:xfrm>
          <a:prstGeom xmlns:a="http://schemas.openxmlformats.org/drawingml/2006/main" prst="ellipse">
            <a:avLst/>
          </a:prstGeom>
          <a:solidFill xmlns:a="http://schemas.openxmlformats.org/drawingml/2006/main">
            <a:srgbClr val="07154D"/>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C41D776-A8B4-4685-A2D1-A8BD3D097348}"/>
              </a:ext>
            </a:extLst>
          </p:cNvPr>
          <p:cNvSpPr>
            <a:spLocks xmlns:a="http://schemas.openxmlformats.org/drawingml/2006/main" noGrp="1"/>
          </p:cNvSpPr>
          <p:nvPr/>
        </p:nvSpPr>
        <p:spPr>
          <a:xfrm xmlns:a="http://schemas.openxmlformats.org/drawingml/2006/main">
            <a:off x="17049750" y="9467850"/>
            <a:ext cx="628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950" b="1">
                <a:solidFill>
                  <a:srgbClr val="FFFFFF"/>
                </a:solidFill>
                <a:latin typeface="Rubik"/>
                <a:ea typeface="Rubik"/>
                <a:cs typeface="Rubik"/>
              </a:defRPr>
            </a:defPPr>
          </a:lstStyle>
          <a:p xmlns:a="http://schemas.openxmlformats.org/drawingml/2006/main">
            <a:pPr algn="ctr">
              <a:defRPr sz="1950" b="1">
                <a:solidFill>
                  <a:srgbClr val="FFFFFF"/>
                </a:solidFill>
                <a:latin typeface="Rubik"/>
                <a:ea typeface="Rubik"/>
                <a:cs typeface="Rubik"/>
              </a:defRPr>
            </a:pPr>
            <a:r>
              <a:rPr sz="1950" b="1">
                <a:solidFill>
                  <a:srgbClr val="FFFFFF"/>
                </a:solidFill>
                <a:latin typeface="Rubik"/>
                <a:ea typeface="Rubik"/>
                <a:cs typeface="Rubik"/>
              </a:rPr>
              <a:t>16</a:t>
            </a:r>
          </a:p>
        </p:txBody>
      </p:sp>
    </p:spTree>
    <p:extLst>
      <p:ext uri="{BB962C8B-B14F-4D97-AF65-F5344CB8AC3E}">
        <p14:creationId xmlns:p14="http://schemas.microsoft.com/office/powerpoint/2010/main" val="826957345"/>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5491CA1C-5AAE-4370-914D-C9B4AE39A8E3}"/>
              </a:ext>
            </a:extLst>
          </p:cNvPr>
          <p:cNvPicPr>
            <a:picLocks xmlns:a="http://schemas.openxmlformats.org/drawingml/2006/main" noChangeAspect="1"/>
          </p:cNvPicPr>
          <p:nvPr/>
        </p:nvPicPr>
        <p:blipFill>
          <a:blip xmlns:r="http://schemas.openxmlformats.org/officeDocument/2006/relationships" xmlns:a="http://schemas.openxmlformats.org/drawingml/2006/main" r:embed="Rbd958bbeeeda464e"/>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A40A276-71E5-4CA5-B21B-48AA0F6897A1}"/>
              </a:ext>
            </a:extLst>
          </p:cNvPr>
          <p:cNvSpPr>
            <a:spLocks xmlns:a="http://schemas.openxmlformats.org/drawingml/2006/main" noGrp="1"/>
          </p:cNvSpPr>
          <p:nvPr/>
        </p:nvSpPr>
        <p:spPr>
          <a:xfrm xmlns:a="http://schemas.openxmlformats.org/drawingml/2006/main">
            <a:off x="809625" y="2190750"/>
            <a:ext cx="100012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0" b="0">
                <a:solidFill>
                  <a:srgbClr val="07154D"/>
                </a:solidFill>
                <a:latin typeface="Anton"/>
                <a:ea typeface="Anton"/>
                <a:cs typeface="Anton"/>
              </a:defRPr>
            </a:defPPr>
          </a:lstStyle>
          <a:p xmlns:a="http://schemas.openxmlformats.org/drawingml/2006/main">
            <a:pPr>
              <a:defRPr sz="16500" b="0">
                <a:solidFill>
                  <a:srgbClr val="07154D"/>
                </a:solidFill>
                <a:latin typeface="Anton"/>
                <a:ea typeface="Anton"/>
                <a:cs typeface="Anton"/>
              </a:defRPr>
            </a:pPr>
            <a:r>
              <a:rPr sz="16500" b="0">
                <a:solidFill>
                  <a:srgbClr val="07154D"/>
                </a:solidFill>
                <a:latin typeface="Anton"/>
                <a:ea typeface="Anton"/>
                <a:cs typeface="Anton"/>
              </a:rPr>
              <a:t>THANK</a:t>
            </a:r>
          </a:p>
        </p:txBody>
      </p:sp>
      <p:sp>
        <p:nvSpPr>
          <p:cNvPr id="3" name="">
            <a:extLst xmlns:a="http://schemas.openxmlformats.org/drawingml/2006/main">
              <a:ext uri="{FF2B5EF4-FFF2-40B4-BE49-F238E27FC236}">
                <a16:creationId xmlns:a16="http://schemas.microsoft.com/office/drawing/2014/main" id="{0B1BBFEF-F18C-48EA-A387-656FB8D7EB3D}"/>
              </a:ext>
            </a:extLst>
          </p:cNvPr>
          <p:cNvSpPr>
            <a:spLocks xmlns:a="http://schemas.openxmlformats.org/drawingml/2006/main" noGrp="1"/>
          </p:cNvSpPr>
          <p:nvPr/>
        </p:nvSpPr>
        <p:spPr>
          <a:xfrm xmlns:a="http://schemas.openxmlformats.org/drawingml/2006/main">
            <a:off x="809625" y="4667250"/>
            <a:ext cx="100012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0" b="0">
                <a:solidFill>
                  <a:srgbClr val="0065FF"/>
                </a:solidFill>
                <a:latin typeface="Anton"/>
                <a:ea typeface="Anton"/>
                <a:cs typeface="Anton"/>
              </a:defRPr>
            </a:defPPr>
          </a:lstStyle>
          <a:p xmlns:a="http://schemas.openxmlformats.org/drawingml/2006/main">
            <a:pPr>
              <a:defRPr sz="16500" b="0">
                <a:solidFill>
                  <a:srgbClr val="0065FF"/>
                </a:solidFill>
                <a:latin typeface="Anton"/>
                <a:ea typeface="Anton"/>
                <a:cs typeface="Anton"/>
              </a:defRPr>
            </a:pPr>
            <a:r>
              <a:rPr sz="16500" b="0">
                <a:solidFill>
                  <a:srgbClr val="0065FF"/>
                </a:solidFill>
                <a:latin typeface="Anton"/>
                <a:ea typeface="Anton"/>
                <a:cs typeface="Anton"/>
              </a:rPr>
              <a:t>YOU</a:t>
            </a:r>
          </a:p>
        </p:txBody>
      </p:sp>
      <p:sp>
        <p:nvSpPr>
          <p:cNvPr id="4" name="">
            <a:extLst xmlns:a="http://schemas.openxmlformats.org/drawingml/2006/main">
              <a:ext uri="{FF2B5EF4-FFF2-40B4-BE49-F238E27FC236}">
                <a16:creationId xmlns:a16="http://schemas.microsoft.com/office/drawing/2014/main" id="{4780F731-687B-49FE-9EBB-F8D58F0A118C}"/>
              </a:ext>
            </a:extLst>
          </p:cNvPr>
          <p:cNvSpPr>
            <a:spLocks xmlns:a="http://schemas.openxmlformats.org/drawingml/2006/main" noGrp="1"/>
          </p:cNvSpPr>
          <p:nvPr/>
        </p:nvSpPr>
        <p:spPr>
          <a:xfrm xmlns:a="http://schemas.openxmlformats.org/drawingml/2006/main">
            <a:off x="17049750" y="9382125"/>
            <a:ext cx="628650" cy="628650"/>
          </a:xfrm>
          <a:prstGeom xmlns:a="http://schemas.openxmlformats.org/drawingml/2006/main" prst="ellipse">
            <a:avLst/>
          </a:prstGeom>
          <a:solidFill xmlns:a="http://schemas.openxmlformats.org/drawingml/2006/main">
            <a:srgbClr val="07154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5BC5127-0D74-4D46-85CA-8A711BF3C480}"/>
              </a:ext>
            </a:extLst>
          </p:cNvPr>
          <p:cNvSpPr>
            <a:spLocks xmlns:a="http://schemas.openxmlformats.org/drawingml/2006/main" noGrp="1"/>
          </p:cNvSpPr>
          <p:nvPr/>
        </p:nvSpPr>
        <p:spPr>
          <a:xfrm xmlns:a="http://schemas.openxmlformats.org/drawingml/2006/main">
            <a:off x="17049750" y="9467850"/>
            <a:ext cx="628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950" b="1">
                <a:solidFill>
                  <a:srgbClr val="FFFFFF"/>
                </a:solidFill>
                <a:latin typeface="Rubik"/>
                <a:ea typeface="Rubik"/>
                <a:cs typeface="Rubik"/>
              </a:defRPr>
            </a:defPPr>
          </a:lstStyle>
          <a:p xmlns:a="http://schemas.openxmlformats.org/drawingml/2006/main">
            <a:pPr algn="ctr">
              <a:defRPr sz="1950" b="1">
                <a:solidFill>
                  <a:srgbClr val="FFFFFF"/>
                </a:solidFill>
                <a:latin typeface="Rubik"/>
                <a:ea typeface="Rubik"/>
                <a:cs typeface="Rubik"/>
              </a:defRPr>
            </a:pPr>
            <a:r>
              <a:rPr sz="1950" b="1">
                <a:solidFill>
                  <a:srgbClr val="FFFFFF"/>
                </a:solidFill>
                <a:latin typeface="Rubik"/>
                <a:ea typeface="Rubik"/>
                <a:cs typeface="Rubik"/>
              </a:rPr>
              <a:t>17</a:t>
            </a:r>
          </a:p>
        </p:txBody>
      </p:sp>
    </p:spTree>
    <p:extLst>
      <p:ext uri="{BB962C8B-B14F-4D97-AF65-F5344CB8AC3E}">
        <p14:creationId xmlns:p14="http://schemas.microsoft.com/office/powerpoint/2010/main" val="11791058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2026-10-11T07:12:25.4890000Z</dcterms:created>
  <dcterms:modified xsi:type="dcterms:W3CDTF">2026-10-11T07:12:25.4890000Z</dcterms:modified>
</coreProperties>
</file>